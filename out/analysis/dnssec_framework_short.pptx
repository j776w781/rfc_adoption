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THE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86384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71A14"/>
                </a:solidFill>
                <a:latin typeface="Segoe UI"/>
              </a:rPr>
              <a:t>Three stages, because one date hid three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6705C"/>
                </a:solidFill>
                <a:latin typeface="Segoe UI"/>
              </a:rPr>
              <a:t>Each defined by an operation on the data, so nothing can hide in the name.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385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94560"/>
          <a:ext cx="10728654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4720608"/>
                <a:gridCol w="3862315"/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6705C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6705C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6705C"/>
                          </a:solidFill>
                          <a:latin typeface="Segoe UI"/>
                        </a:rPr>
                        <a:t>Reads as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1 · first seen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present on ≥ 1 name, either corpus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somebody did it once — always quoted with n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2 · in use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P(value | signed names) ≥ 1%   and ≥ 10 names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in real use, not the norm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3 · widely used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P(value | signed names) ≥ 10%  and ≥ 10 names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a normal choice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069079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Why three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Ed25519 appeared in the forward TLDs 1.9 years after RFC 8080, reached 2.04% of signed names, and is back to 0.003%. “Adopted after 1.9 years” and “never adopted” are both true of it.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The gaps between the stages are the measurements: onset, establishment, ascent.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069079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Why 1% and 10%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Swept, not chosen. The number of qualifying algorithms is flat across 0.5–3% and again across 4–25%, so any value mid-plateau gives identical results; 4% or 30% would sit on a cliff.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Rogers’ 2.5/16/50/84 were tested and rejected: his curve is cumulative and cannot fall, ours is a share of a fixed population and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6705C"/>
                </a:solidFill>
                <a:latin typeface="Segoe UI"/>
              </a:rPr>
              <a:t>Measured on 8.24 TB · 15,179 source-days · 12 sources · 24 of 30 configured observables seen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BOTTOM-UP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86384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71A14"/>
                </a:solidFill>
                <a:latin typeface="Segoe UI"/>
              </a:rPr>
              <a:t>Bottom-up: onset tracks what the change costs an implementer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6705C"/>
                </a:solidFill>
                <a:latin typeface="Segoe UI"/>
              </a:rPr>
              <a:t>Every observable with a usable onset, grouped by what someone has to ship. Censored dates and values older than their own RFC excluded.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385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ottom_up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59" y="2194560"/>
            <a:ext cx="6970776" cy="297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12664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The ordering is strict across five groups, and the one substantial gap — 1.4 to 1.9 years — falls exactly where a change starts needing BOTH ends to ship new cryptography. A signer and a validator must agree before anything is publishable; everything faster needs one party to change a value it already supports. RFC 5218 calls that “incrementally deployable”.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Not difficulty: Ed25519 is no harder to implement than RSA/SHA-512.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TOP-DOWN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86384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71A14"/>
                </a:solidFill>
                <a:latin typeface="Segoe UI"/>
              </a:rPr>
              <a:t>Top-down: the categories are communicable, not predictive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6705C"/>
                </a:solidFill>
                <a:latin typeface="Segoe UI"/>
              </a:rPr>
              <a:t>The same observables, grouped by conceptual impact instead.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385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p_down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579" y="2194560"/>
            <a:ext cx="7392537" cy="23317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654296"/>
          <a:ext cx="10728653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5181"/>
                <a:gridCol w="1716584"/>
                <a:gridCol w="1287438"/>
                <a:gridCol w="278945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66705C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66705C"/>
                          </a:solidFill>
                          <a:latin typeface="Segoe UI"/>
                        </a:rPr>
                        <a:t>Configured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66705C"/>
                          </a:solidFill>
                          <a:latin typeface="Segoe UI"/>
                        </a:rPr>
                        <a:t>Seen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66705C"/>
                          </a:solidFill>
                          <a:latin typeface="Segoe UI"/>
                        </a:rPr>
                        <a:t>Onset span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Base protocol: the four record types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no usable onset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Which cryptography a zone signs with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0.4–3.9 y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Proving a name does not exist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1.3–1.3 y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Key rollover and parent-child coordination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1.4–1.4 y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Things built on top of DNSSEC (DANE)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no usable onset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Retiring cryptography that is no longer safe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1A14"/>
                          </a:solidFill>
                          <a:latin typeface="Segoe UI"/>
                        </a:rPr>
                        <a:t>no usable onset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86384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71A14"/>
                </a:solidFill>
                <a:latin typeface="Segoe UI"/>
              </a:rPr>
              <a:t>Where the two meet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6705C"/>
                </a:solidFill>
                <a:latin typeface="Segoe UI"/>
              </a:rPr>
              <a:t>One category holds almost all the evidence — and spans the whole onset range.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38528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94560"/>
          <a:ext cx="10728654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596"/>
                <a:gridCol w="1072865"/>
                <a:gridCol w="6437193"/>
              </a:tblGrid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6705C"/>
                          </a:solidFill>
                          <a:latin typeface="Segoe UI"/>
                        </a:rPr>
                        <a:t>Cut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6705C"/>
                          </a:solidFill>
                          <a:latin typeface="Segoe UI"/>
                        </a:rPr>
                        <a:t>Groups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6705C"/>
                          </a:solidFill>
                          <a:latin typeface="Segoe UI"/>
                        </a:rPr>
                        <a:t>What it does to onset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By what an implementer must ship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partitions it — five bands, strictly ascending, one real gap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By conceptual category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does not — “which cryptography a zone signs with” alone spans 0.4–3.9 y, the full range of the data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88620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71A14"/>
                </a:solidFill>
                <a:latin typeface="Segoe UI"/>
              </a:rPr>
              <a:t>So the two directions do not converge on one taxonomy, and that is the finding rather than a failure: they answer different questions.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71A14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71A14"/>
                </a:solidFill>
                <a:latin typeface="Segoe UI"/>
              </a:rPr>
              <a:t>The implementation-cost groups predict when something will first appear. The conceptual categories cannot — 9 of the 11 observables with a usable onset sit in a single category, and it covers every value from 0.4 to 3.9 years. The categories are the right way to explain the work to a reader and the wrong way to model it.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71A14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71A14"/>
                </a:solidFill>
                <a:latin typeface="Segoe UI"/>
              </a:rPr>
              <a:t>Two categories carry no usable evidence at all: DANE has no TLSA in either corpus, and the base protocol has no separate switch to date — a zone publishing any DS record is already evidence for RFC 4034.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907F"/>
                </a:solidFill>
                <a:latin typeface="Segoe UI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86384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71A14"/>
                </a:solidFill>
                <a:latin typeface="Segoe UI"/>
              </a:rPr>
              <a:t>What to trust, and what is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9525"/>
          </a:xfrm>
          <a:prstGeom prst="rect">
            <a:avLst/>
          </a:prstGeom>
          <a:solidFill>
            <a:srgbClr val="D3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19072"/>
          <a:ext cx="1072865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596"/>
                <a:gridCol w="7510058"/>
              </a:tblGrid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6705C"/>
                          </a:solidFill>
                          <a:latin typeface="Segoe UI"/>
                        </a:rPr>
                        <a:t>Trust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6705C"/>
                          </a:solidFill>
                          <a:latin typeface="Segoe UI"/>
                        </a:rPr>
                        <a:t>Because</a:t>
                      </a:r>
                    </a:p>
                  </a:txBody>
                  <a:tcPr anchor="ctr" marL="91440" marT="18288" marB="18288">
                    <a:solidFill>
                      <a:srgbClr val="F6F7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First-sighting dates and onset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Existence is a minimum over all evidence and needs no denominator. Adding the forward corpus moved 14 of them earlier.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A share, only with its corpus and month named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Forward sources are 99.6% of the population and stop at 2023-12, so a pooled share is two different measurements with a 99.6% cliff between.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Cross-corpus agreement, sparingly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Of 20 observables both corpora answer: 1 agree, 6 disagree, 10 are absent from both. The one agreement is SHA-256 DS digest, 0.10 points apart.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Not a count of decisions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71A14"/>
                          </a:solidFill>
                          <a:latin typeface="Segoe UI"/>
                        </a:rPr>
                        <a:t>One operator moved +118,961 names to ECDSA in a single month — 76% of its total that month. Forward shares largely measure provider defaults.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36592"/>
            <a:ext cx="107286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Next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1 · Re-run the reverse side with --pool-sources; its names overlap between RIRs, so those shares are approximate while the forward ones are exact.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2 · Extend the forward mirror past 2023-12 — RFC 9905 and 9906 published 2025-11, so deprecation is answerable only on reverse data today.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71A14"/>
                </a:solidFill>
                <a:latin typeface="Segoe UI"/>
              </a:rPr>
              <a:t>3 · Settle whether displacement is unclaimed in the literature. Every framework we found describes something arriving; none describes something being pushed out, and that is most of what our data shows.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