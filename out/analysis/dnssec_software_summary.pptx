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441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a default only ever changes what a newly signed zone gets, so it never shows as a spike; operators switch in sudden batches and the trigger cannot be identified; one RFC was forced by validators before it was published; no CVE led a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 each backed by the commit and checked to be contained in the cited release.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Debian 9-13 and Ubuntu LTS 16.04-24.04 by version (Launchpad, sources.debian.org) and RHEL majors by date. One delivery path among several, and a partial one: RHEL base carries only BIND, Knot and PowerDNS come from EPEL, and FreeBSD, Alpine, containers and source builds are not represented at all.</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441 CVEs across the eight products from NVD; 97 are DNSSEC mechanisms, classified by the mechanism the description names (NSEC3, validation, trust anchor, algorithm...) and attributed to a product only by NVD CPE.</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 .nu .ch .li .ee .gov .fed.us (2016-06 to 2023-12) and reverse DNS for five RIRs (2009-03 to 2026-08),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0.1 to 3.8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97% of months in the release-scan span contain a stable release of one of the eight, so 'a release came just before' is always true and never evidence. Where a default could show at all is in what newly signed zones choose, and there the picture is sudden batches, not diffusion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in 2019 and 2021, by hand</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The moves that made ECDSA the majority were all rollovers, 30-35 months after any default (.se 2019-06..2019-07 +217,437). The .ch wave of 2021-06..2021-11 (+591,333) was new signings choosing ECDSA 96%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change what a new zone gets, never an existing one</a:t>
            </a:r>
          </a:p>
        </p:txBody>
      </p:sp>
      <p:pic>
        <p:nvPicPr>
          <p:cNvPr id="4" name="Picture 3" descr="os_release_attribution.png"/>
          <p:cNvPicPr>
            <a:picLocks noChangeAspect="1"/>
          </p:cNvPicPr>
          <p:nvPr/>
        </p:nvPicPr>
        <p:blipFill>
          <a:blip r:embed="rId2"/>
          <a:stretch>
            <a:fillRect/>
          </a:stretch>
        </p:blipFill>
        <p:spPr>
          <a:xfrm>
            <a:off x="4075187" y="1097280"/>
            <a:ext cx="4041321" cy="251460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Instead new signings stepped 4 times between 2017 and 2020. The first, 2017Q3, is 157 signings with 155 of them in one month, all but 2 in APNIC and one parent block 40% of it. Operators moved in batches, not as a population.</a:t>
            </a:r>
          </a:p>
          <a:p>
            <a:pPr>
              <a:spcAft>
                <a:spcPts val="600"/>
              </a:spcAft>
            </a:pPr>
            <a:r>
              <a:rPr sz="1100" b="0">
                <a:solidFill>
                  <a:srgbClr val="0B0B0B"/>
                </a:solidFill>
                <a:latin typeface="Segoe UI"/>
              </a:rPr>
              <a:t>An OS release precedes each of those steps, but a different one each time (Debian 9, Ubuntu 18.04, RHEL 8 / Debian 10, Ubuntu 20.04), 31% of all months follow some OS release within 3 months anyway, and two of the five RSA/SHA-256 steps have none at all. The timing cannot name a delivery path, and RHEL -- which ships no Knot or PowerDNS in base -- had no ECDSA-default signer until 2022.</a:t>
            </a:r>
          </a:p>
          <a:p>
            <a:pPr>
              <a:spcAft>
                <a:spcPts val="600"/>
              </a:spcAft>
            </a:pPr>
            <a:r>
              <a:rPr sz="1100" b="0">
                <a:solidFill>
                  <a:srgbClr val="0B0B0B"/>
                </a:solidFill>
                <a:latin typeface="Segoe UI"/>
              </a:rPr>
              <a:t>RSA/SHA-256 is the same story earlier: new signings go from 0% in 2010Q4 to 20% in 2011Q2 and 81% in 2012Q2, and the step detector puts the step at 2012Q2 -- 15 months after OpenDNSSEC 1.2.0 made RSASHA256 its default and 27 after BIND 9.7.0 shipped it. The 2011 rise is 88 signings across three RIRs with one parent block a third of them.</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every TLD that had them (.nu 12,145 -&gt; 110),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resolver vendors agreed to reject high counts and the zones that would have failed were re-signed. The RFC codified what validators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441 CVEs are DNSSEC mechanisms; 69 of those sit in the RFC 4033/4034/4035 core (validation, RRSIG, DNSKEY, NSEC) and belong to no single later RFC. The per-RFC sets are small: NSEC3 12, trust anchors 8, ECDSA 2, EdDSA 1, RSA/SHA-256 and CDS none.</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Every CVE nearest to an adoption spike is a validator bug (memory leak, assertion failure). Median lag from a spike to the nearest CVE: 16 months for ECDSA, 57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is on validators (Unbound, BIND, Knot Resolver, PowerDNS Recursor); the signers whose defaults move zones publish almost none.</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from 2011, acting on new zones only</a:t>
                      </a:r>
                    </a:p>
                  </a:txBody>
                  <a:tcPr marL="45720" marR="45720" marT="27432" marB="27432">
                    <a:solidFill>
                      <a:srgbClr val="FCFCFB"/>
                    </a:solidFill>
                  </a:tcPr>
                </a:tc>
                <a:tc>
                  <a:txBody>
                    <a:bodyPr/>
                    <a:lstStyle/>
                    <a:p>
                      <a:r>
                        <a:rPr sz="1000" b="0">
                          <a:solidFill>
                            <a:srgbClr val="0B0B0B"/>
                          </a:solidFill>
                        </a:rPr>
                        <a:t>first zone 2010-03; new signings 0% (2010Q4) -&gt; 20% (2011Q2) -&gt; 81% (2012Q2)</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 from 2016, acting on new zones only; majority by operator rollovers</a:t>
                      </a:r>
                    </a:p>
                  </a:txBody>
                  <a:tcPr marL="45720" marR="45720" marT="27432" marB="27432">
                    <a:solidFill>
                      <a:srgbClr val="FCFCFB"/>
                    </a:solidFill>
                  </a:tcPr>
                </a:tc>
                <a:tc>
                  <a:txBody>
                    <a:bodyPr/>
                    <a:lstStyle/>
                    <a:p>
                      <a:r>
                        <a:rPr sz="1000" b="0">
                          <a:solidFill>
                            <a:srgbClr val="0B0B0B"/>
                          </a:solidFill>
                        </a:rPr>
                        <a:t>first zone 2015-11;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option; BIND default from 9.7.0</a:t>
                      </a:r>
                    </a:p>
                  </a:txBody>
                  <a:tcPr marL="45720" marR="45720" marT="27432" marB="27432">
                    <a:solidFill>
                      <a:srgbClr val="FCFCFB"/>
                    </a:solidFill>
                  </a:tcPr>
                </a:tc>
                <a:tc>
                  <a:txBody>
                    <a:bodyPr/>
                    <a:lstStyle/>
                    <a:p>
                      <a:r>
                        <a:rPr sz="1000" b="0">
                          <a:solidFill>
                            <a:srgbClr val="0B0B0B"/>
                          </a:solidFill>
                        </a:rPr>
                        <a:t>first zone 2009-08; 10% at 2011-08</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0.37% reverse, 0.01% forward today</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in both corpora</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6  ·  CVE PATCHES vs RFC PUBLICATIONS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Adoption moves at the same speed after either</a:t>
            </a:r>
          </a:p>
        </p:txBody>
      </p:sp>
      <p:pic>
        <p:nvPicPr>
          <p:cNvPr id="4" name="Picture 3" descr="rate_hist_both.png"/>
          <p:cNvPicPr>
            <a:picLocks noChangeAspect="1"/>
          </p:cNvPicPr>
          <p:nvPr/>
        </p:nvPicPr>
        <p:blipFill>
          <a:blip r:embed="rId2"/>
          <a:stretch>
            <a:fillRect/>
          </a:stretch>
        </p:blipFill>
        <p:spPr>
          <a:xfrm>
            <a:off x="3133191" y="1143000"/>
            <a:ext cx="5925312" cy="3291840"/>
          </a:xfrm>
          <a:prstGeom prst="rect">
            <a:avLst/>
          </a:prstGeom>
        </p:spPr>
      </p:pic>
      <p:sp>
        <p:nvSpPr>
          <p:cNvPr id="5" name="TextBox 4"/>
          <p:cNvSpPr txBox="1"/>
          <p:nvPr/>
        </p:nvSpPr>
        <p:spPr>
          <a:xfrm>
            <a:off x="566928" y="4846320"/>
            <a:ext cx="11064240" cy="1737360"/>
          </a:xfrm>
          <a:prstGeom prst="rect">
            <a:avLst/>
          </a:prstGeom>
          <a:noFill/>
        </p:spPr>
        <p:txBody>
          <a:bodyPr wrap="square">
            <a:spAutoFit/>
          </a:bodyPr>
          <a:lstStyle/>
          <a:p>
            <a:pPr>
              <a:spcAft>
                <a:spcPts val="600"/>
              </a:spcAft>
            </a:pPr>
            <a:r>
              <a:rPr sz="1100" b="0">
                <a:solidFill>
                  <a:srgbClr val="0B0B0B"/>
                </a:solidFill>
                <a:latin typeface="Segoe UI"/>
              </a:rPr>
              <a:t>Take every month in which a DNSSEC CVE was patched (21 months; 39 CVEs, several sharing a fix month) and every month in which a DNSSEC RFC was published (16 months inside the reverse series). The adoption rate over that month and the three after it has the same distribution in both groups and in ordinary months: medians 4.0, 4.2 and 3.9 thousandths of a point per month; permutation p = 0.93.</a:t>
            </a:r>
          </a:p>
          <a:p>
            <a:pPr>
              <a:spcAft>
                <a:spcPts val="600"/>
              </a:spcAft>
            </a:pPr>
            <a:r>
              <a:rPr sz="1100" b="0">
                <a:solidFill>
                  <a:srgbClr val="0B0B0B"/>
                </a:solidFill>
                <a:latin typeface="Segoe UI"/>
              </a:rPr>
              <a:t>Measured on each event's own mechanism instead, RFC publications sit in ordinary or dead months (RFC 6605 at the 3rd percentile of the ECDSA curve) and two CVE patch months are extreme: CVE-2021-40083 is the NSEC3 iteration collapse, and CVE-2022-38177/38178 coincides with one ARIN block re-signing to ECDSA -- timing,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SUMMARY AND TAKEAWAYS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decides whether a DNSSEC RFC gets adopted</a:t>
            </a:r>
          </a:p>
        </p:txBody>
      </p:sp>
      <p:sp>
        <p:nvSpPr>
          <p:cNvPr id="4" name="TextBox 3"/>
          <p:cNvSpPr txBox="1"/>
          <p:nvPr/>
        </p:nvSpPr>
        <p:spPr>
          <a:xfrm>
            <a:off x="566928" y="1234440"/>
            <a:ext cx="11064240" cy="5120640"/>
          </a:xfrm>
          <a:prstGeom prst="rect">
            <a:avLst/>
          </a:prstGeom>
          <a:noFill/>
        </p:spPr>
        <p:txBody>
          <a:bodyPr wrap="square">
            <a:spAutoFit/>
          </a:bodyPr>
          <a:lstStyle/>
          <a:p>
            <a:pPr>
              <a:spcAft>
                <a:spcPts val="700"/>
              </a:spcAft>
            </a:pPr>
            <a:r>
              <a:rPr sz="1150" b="0">
                <a:solidFill>
                  <a:srgbClr val="0B0B0B"/>
                </a:solidFill>
                <a:latin typeface="Segoe UI"/>
              </a:rPr>
              <a:t>1.  Code is never the bottleneck. Every RFC studied was implemented within -0.4 to +1.8 years of publication; the first zone then took 0.1 to 3.8 years. The wait is operators, not vendors.</a:t>
            </a:r>
          </a:p>
          <a:p>
            <a:pPr>
              <a:spcAft>
                <a:spcPts val="700"/>
              </a:spcAft>
            </a:pPr>
            <a:r>
              <a:rPr sz="1150" b="0">
                <a:solidFill>
                  <a:srgbClr val="0B0B0B"/>
                </a:solidFill>
                <a:latin typeface="Segoe UI"/>
              </a:rPr>
              <a:t>2.  A default can only ever change what a newly signed zone gets. It never re-signs an existing zone, so it cannot produce a spike; the only place it could show is in what new zones choose, months to years later.</a:t>
            </a:r>
          </a:p>
          <a:p>
            <a:pPr>
              <a:spcAft>
                <a:spcPts val="700"/>
              </a:spcAft>
            </a:pPr>
            <a:r>
              <a:rPr sz="1150" b="0">
                <a:solidFill>
                  <a:srgbClr val="0B0B0B"/>
                </a:solidFill>
                <a:latin typeface="Segoe UI"/>
              </a:rPr>
              <a:t>3.  Operators switch in sudden batches, and the trigger is not identifiable. New reverse signings jumped to ECDSA in 4 steps, each one month and a few parent blocks. An OS release precedes every step but a different one each time, 31% of months follow one anyway, and two RSA/SHA-256 steps have none.</a:t>
            </a:r>
          </a:p>
          <a:p>
            <a:pPr>
              <a:spcAft>
                <a:spcPts val="700"/>
              </a:spcAft>
            </a:pPr>
            <a:r>
              <a:rPr sz="1150" b="0">
                <a:solidFill>
                  <a:srgbClr val="0B0B0B"/>
                </a:solidFill>
                <a:latin typeface="Segoe UI"/>
              </a:rPr>
              <a:t>4.  Spikes in the adoption curve are operator decisions: six-figure rollovers by a registry or hoster, years after any default. No release month moves the curve; 97% of months contain a release, so a nearby release is never evidence.</a:t>
            </a:r>
          </a:p>
          <a:p>
            <a:pPr>
              <a:spcAft>
                <a:spcPts val="700"/>
              </a:spcAft>
            </a:pPr>
            <a:r>
              <a:rPr sz="1150" b="0">
                <a:solidFill>
                  <a:srgbClr val="0B0B0B"/>
                </a:solidFill>
                <a:latin typeface="Segoe UI"/>
              </a:rPr>
              <a:t>5.  Validators can force an RFC before it exists. The NSEC3 iteration collapse of 2021-10 followed the resolver caps and CVE-2021-40083 by two months and preceded RFC 9276 by ten. It is the only vendor-timed adoption event in the data.</a:t>
            </a:r>
          </a:p>
          <a:p>
            <a:pPr>
              <a:spcAft>
                <a:spcPts val="700"/>
              </a:spcAft>
            </a:pPr>
            <a:r>
              <a:rPr sz="1150" b="0">
                <a:solidFill>
                  <a:srgbClr val="0B0B0B"/>
                </a:solidFill>
                <a:latin typeface="Segoe UI"/>
              </a:rPr>
              <a:t>6.  CVEs do not lead adoption. CVE-patch months and RFC-publication months have the same adoption rate as any other month; the one CVE inside a causal chain is a symptom of the problem the caps fixed.</a:t>
            </a:r>
          </a:p>
          <a:p>
            <a:pPr>
              <a:spcAft>
                <a:spcPts val="700"/>
              </a:spcAft>
            </a:pPr>
            <a:r>
              <a:rPr sz="1150" b="0">
                <a:solidFill>
                  <a:srgbClr val="0B0B0B"/>
                </a:solidFill>
                <a:latin typeface="Segoe UI"/>
              </a:rPr>
              <a:t>7.  Never-adopted RFCs (EdDSA, GOST) share one trait: no signer ever made them a default. Niche ones (CDS) only matter where the parent acts on them.</a:t>
            </a:r>
          </a:p>
          <a:p>
            <a:pPr>
              <a:spcAft>
                <a:spcPts val="700"/>
              </a:spcAft>
            </a:pPr>
            <a:r>
              <a:rPr sz="1150" b="0">
                <a:solidFill>
                  <a:srgbClr val="0B0B0B"/>
                </a:solidFill>
                <a:latin typeface="Segoe UI"/>
              </a:rPr>
              <a:t>Takeaway: to predict an RFC's adoption, look at whether a signer makes it the default, not at the RFC date, the first implementation, or the CVEs. Which delivery path carries a default to a given operator is not visible in published DNS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from 2016-06 (2020-05 for .ch/.li) to 2023-12, so RSA/SHA-256 and NSEC3 adoption are visible only in reverse DNS, and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The OS package table is Debian, Ubuntu and RHEL only. FreeBSD ports, Alpine, containers, appliances and source builds are absent, and RHEL base ships no Knot or PowerDNS at all. Package dates bound when a default became reachable, never what an operator ran.</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