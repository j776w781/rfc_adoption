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a default only ever changes what a newly signed zone gets, so it never shows as a spike; operators switch in sudden batches and the trigger cannot be identified; one RFC was forced by validators before it was published; and no CVE led a push, including that one, where the CVE and the vendor caps are the same event rather than a cause.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All but two rows carry the commit, checked to be contained in the cited release; 10 of 38 are dated from a changelog or documentation instead and are marked approximate.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Debian 9-13 and Ubuntu LTS 16.04-24.04 by version (Launchpad, sources.debian.org) and RHEL majors by date. One delivery path among several, and a partial one: RHEL base carries only BIND, Knot and PowerDNS come from EPEL, and FreeBSD, Alpine, containers and source builds are not represented at all.</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Five products are matched by NVD CPE; knot, kresd, opendnssec have no usable CPE and are keyword-matched, so a CVE is never attributed to them.</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seven TLDs, entering at different dates: .se and .nu 2016-06, .gov and .fed.us 2017-05, .ee 2019-07, .ch and .li 2020-05, all to 2023-12. Reverse DNS for five RIRs, 2009-03 to 2026-08 with ten missing months,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95% of the 210 months from 2009-03 to 2026-08 contain a stable release of one of the eight, so 'a release came just before' is always true and never evidence. Where a default could show at all is in what newly signed zones choose, and there the picture is sudden batches, not diffusion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years later, when operators chose</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In .se the moves that took ECDSA to the majority were entirely rollovers, 30-35 months after any default (2019-06..2019-07 +217,437); .nu crossed 50% on new signings instead (2022-01), and .ch and .li were already past it when the corpus first sees them. The .ch wave of 2021-06..2021-11 (+591,333) was new signings choosing ECDSA 99%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is the same story earlier: new signings go from 0% in 2010Q4 to 20% in 2011Q2 and 81% in 2012Q2, and the step detector puts the step at 2012Q2 -- 15 months after OpenDNSSEC 1.2.0 made RSASHA256 its default and 27 after BIND 9.7.0 shipped it. The 2011 rise is 88 signings across three RIRs with one parent block a third of them.</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five of the six TLDs that had any (.nu 12,145 -&gt; 110); only .gov, with 38 names, did not move. That is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vendors moved against high counts in mid-2021 and the zones that would have failed were re-signed. Both sides capped it: PowerDNS Auth is a signer limiting what it will sign, Unbound a validator refusing what it reads. The RFC codified what the vendors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 DS digests (RFC 4509) 3 and RFC 2535 one, which the per-RFC slides do not cover.</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Most CVEs nearest to an adoption spike are resolver bugs (memory leak, assertion failure), but not all: CVE-2014-0591, nearest to 16 of the NSEC3 spikes, is an assertion failure in BIND's AUTHORITATIVE NSEC3 code. Median lag from a spike to the nearest CVE: 16.5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sits on the resolvers: Unbound 16, PowerDNS Recursor 12, Knot Resolver 7. The pure signers publish almost none (Knot 4, PowerDNS Auth 3, OpenDNSSEC 0) -- but BIND, which both signs and validates, carries 31, more than any other product.</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from 2011, acting on new zones only</a:t>
                      </a:r>
                    </a:p>
                  </a:txBody>
                  <a:tcPr marL="45720" marR="45720" marT="27432" marB="27432">
                    <a:solidFill>
                      <a:srgbClr val="FCFCFB"/>
                    </a:solidFill>
                  </a:tcPr>
                </a:tc>
                <a:tc>
                  <a:txBody>
                    <a:bodyPr/>
                    <a:lstStyle/>
                    <a:p>
                      <a:r>
                        <a:rPr sz="1000" b="0">
                          <a:solidFill>
                            <a:srgbClr val="0B0B0B"/>
                          </a:solidFill>
                        </a:rPr>
                        <a:t>first zone 2010-03; new signings 0% (2010Q4) -&gt; 20% (2011Q2) -&gt; 81% (2012Q2)</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already in use</a:t>
                      </a:r>
                    </a:p>
                  </a:txBody>
                  <a:tcPr marL="45720" marR="45720" marT="27432" marB="27432">
                    <a:solidFill>
                      <a:srgbClr val="FCFCFB"/>
                    </a:solidFill>
                  </a:tcPr>
                </a:tc>
                <a:tc>
                  <a:txBody>
                    <a:bodyPr/>
                    <a:lstStyle/>
                    <a:p>
                      <a:r>
                        <a:rPr sz="1000" b="0">
                          <a:solidFill>
                            <a:srgbClr val="0B0B0B"/>
                          </a:solidFill>
                        </a:rPr>
                        <a:t>a signer option; no signer ever made it the default</a:t>
                      </a:r>
                    </a:p>
                  </a:txBody>
                  <a:tcPr marL="45720" marR="45720" marT="27432" marB="27432">
                    <a:solidFill>
                      <a:srgbClr val="FCFCFB"/>
                    </a:solidFill>
                  </a:tcPr>
                </a:tc>
                <a:tc>
                  <a:txBody>
                    <a:bodyPr/>
                    <a:lstStyle/>
                    <a:p>
                      <a:r>
                        <a:rPr sz="1000" b="0">
                          <a:solidFill>
                            <a:srgbClr val="0B0B0B"/>
                          </a:solidFill>
                        </a:rPr>
                        <a:t>already 11.6% of signed reverse delegations in 2009-07, the first month it is visible -- onset not measurable</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0.41% reverse, 0.01% forward today (Ed25519 and Ed448 together)</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on the panel today; peaked at 5 delegations at RIPE in 2013-11</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both groups and in ordinary months: medians 4.0, 4.2 and 3.9 thousandths of a point per month; permutation p = 0.93.</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For the five RFCs whose onset is measurable, implementation came within -0.4 to +1.8 years of publication and the first zone took a further 0.1 to 3.8 years. The slowest code lag anywhere is RFC 5011 at +2.4 years, still well inside its adoption gap. The wait is operators, not vendors.</a:t>
            </a:r>
          </a:p>
          <a:p>
            <a:pPr>
              <a:spcAft>
                <a:spcPts val="700"/>
              </a:spcAft>
            </a:pPr>
            <a:r>
              <a:rPr sz="1150" b="0">
                <a:solidFill>
                  <a:srgbClr val="0B0B0B"/>
                </a:solidFill>
                <a:latin typeface="Segoe UI"/>
              </a:rPr>
              <a:t>2.  A default can only ever change what a newly signed zone gets. It never re-signs an existing zone, so it cannot produce a spike; the only place it could show is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over one to three months and 13 to 24 parent blocks. An OS release precedes every step, but no single one explains them: Debian 9, Ubuntu 18.04, RHEL 8 with Debian 10, then Debian 10 with Ubuntu 20.04. 31% of months follow some OS release anyway, and two RSA/SHA-256 steps have none at all.</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95%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entering between 2016-06 and 2020-05 and ending 2023-12. RSA/SHA-256 and NSEC3 are plainly present in it, but their growth happened before it opens, so only reverse DNS witnesses their adoption.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