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898781"/>
                </a:solidFill>
                <a:latin typeface="Segoe UI"/>
              </a:rPr>
              <a:t>8 PROGRAMS  ·  1,083 RELEASES  ·  441 CVEs  ·  OPENINTEL + REVERSE DNS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40280"/>
            <a:ext cx="10607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4000" b="1">
                <a:solidFill>
                  <a:srgbClr val="0B0B0B"/>
                </a:solidFill>
                <a:latin typeface="Segoe UI"/>
              </a:rPr>
              <a:t>Does DNS software explain</a:t>
            </a:r>
          </a:p>
          <a:p>
            <a:pPr>
              <a:spcAft>
                <a:spcPts val="200"/>
              </a:spcAft>
            </a:pPr>
            <a:r>
              <a:rPr sz="4000" b="1">
                <a:solidFill>
                  <a:srgbClr val="0B0B0B"/>
                </a:solidFill>
                <a:latin typeface="Segoe UI"/>
              </a:rPr>
              <a:t>when DNSSEC RFCs get adopted?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3977639"/>
            <a:ext cx="1828800" cy="28575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Segoe UI"/>
              </a:rPr>
              <a:t>BIND 9, Unbound, NSD, Knot DNS, Knot Resolver, PowerDNS Auth/Recursor and OpenDNSSEC: when each one implemented an RFC, when it made it the default, when Ubuntu and Debian shipped that version, and which CVEs touched it -- lined up against what zones actually did in the OpenINTEL zone files and in reverse DNS.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Segoe UI"/>
              </a:rPr>
              <a:t>Short version: code is never the wait; defaults do reach zones, through OS releases and only on newly signed zones, so they never show as a spike; one RFC was forced by validators before it was published; no CVE led a push.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898781"/>
                </a:solidFill>
                <a:latin typeface="Segoe UI"/>
              </a:rPr>
              <a:t>WHAT WE DID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B0B0B"/>
                </a:solidFill>
                <a:latin typeface="Segoe UI"/>
              </a:rPr>
              <a:t>Four sources, one time axis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0B0B0B"/>
                </a:solidFill>
                <a:latin typeface="Segoe UI"/>
              </a:rPr>
              <a:t>Software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2514E"/>
                </a:solidFill>
                <a:latin typeface="Segoe UI"/>
              </a:rPr>
              <a:t>8 projects cloned; 1,083 stable release dates from git tags (BIND development branches excluded). For each RFC: the first release that signs or validates it, the release that changed the default, and validator caps -- each backed by the commit and checked to be contained in the cited release.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30428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0B0B0B"/>
                </a:solidFill>
                <a:latin typeface="Segoe UI"/>
              </a:rPr>
              <a:t>OS packages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2304288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2514E"/>
                </a:solidFill>
                <a:latin typeface="Segoe UI"/>
              </a:rPr>
              <a:t>the first Ubuntu LTS (16.04 to 24.04) and Debian (11 to 13) release carrying each version, from Launchpad and the Debian tracker: the path by which most operators actually receive a new default.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36976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0B0B0B"/>
                </a:solidFill>
                <a:latin typeface="Segoe UI"/>
              </a:rPr>
              <a:t>CVEs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3236976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2514E"/>
                </a:solidFill>
                <a:latin typeface="Segoe UI"/>
              </a:rPr>
              <a:t>441 CVEs across the eight products from NVD; 97 are DNSSEC mechanisms, classified by the mechanism the description names (NSEC3, validation, trust anchor, algorithm...) and attributed to a product only by NVD CPE.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169664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0B0B0B"/>
                </a:solidFill>
                <a:latin typeface="Segoe UI"/>
              </a:rPr>
              <a:t>Zones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4169664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2514E"/>
                </a:solidFill>
                <a:latin typeface="Segoe UI"/>
              </a:rPr>
              <a:t>OpenINTEL zone files for .se .nu .ch .li .ee .gov .fed.us (2016-06 to 2023-12) and reverse DNS for five RIRs (2009-03 to 2026-08), with the strict AFRINIC+ARIN panel for reverse shares and a per-delegation change ledger.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1023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0B0B0B"/>
                </a:solidFill>
                <a:latin typeface="Segoe UI"/>
              </a:rPr>
              <a:t>Tests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5102352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2514E"/>
                </a:solidFill>
                <a:latin typeface="Segoe UI"/>
              </a:rPr>
              <a:t>onset decomposition (RFC -&gt; code -&gt; first zone); event studies and a detrended release scan with a circular-shift null; a spike ledger naming what preceded every spike, against the chance rate; new signings vs rollovers; and the share of new reverse signings choosing each algorithm around every default change.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BAF7A"/>
                </a:solidFill>
                <a:latin typeface="Segoe UI"/>
              </a:rPr>
              <a:t>FINDING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B0B0B"/>
                </a:solidFill>
                <a:latin typeface="Segoe UI"/>
              </a:rPr>
              <a:t>Code is never the wait; operators are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11247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14400"/>
                <a:gridCol w="2377440"/>
                <a:gridCol w="1097280"/>
                <a:gridCol w="1371600"/>
                <a:gridCol w="1371600"/>
                <a:gridCol w="3200400"/>
              </a:tblGrid>
              <a:tr h="27432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52514E"/>
                          </a:solidFill>
                        </a:rPr>
                        <a:t>RFC</a:t>
                      </a:r>
                    </a:p>
                  </a:txBody>
                  <a:tcPr marL="45720" marR="45720" marT="27432" marB="27432">
                    <a:solidFill>
                      <a:srgbClr val="E1E0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52514E"/>
                          </a:solidFill>
                        </a:rPr>
                        <a:t>published</a:t>
                      </a:r>
                    </a:p>
                  </a:txBody>
                  <a:tcPr marL="45720" marR="45720" marT="27432" marB="27432">
                    <a:solidFill>
                      <a:srgbClr val="E1E0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52514E"/>
                          </a:solidFill>
                        </a:rPr>
                        <a:t>first signer release</a:t>
                      </a:r>
                    </a:p>
                  </a:txBody>
                  <a:tcPr marL="45720" marR="45720" marT="27432" marB="27432">
                    <a:solidFill>
                      <a:srgbClr val="E1E0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52514E"/>
                          </a:solidFill>
                        </a:rPr>
                        <a:t>code lag (y)</a:t>
                      </a:r>
                    </a:p>
                  </a:txBody>
                  <a:tcPr marL="45720" marR="45720" marT="27432" marB="27432">
                    <a:solidFill>
                      <a:srgbClr val="E1E0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52514E"/>
                          </a:solidFill>
                        </a:rPr>
                        <a:t>first zone seen</a:t>
                      </a:r>
                    </a:p>
                  </a:txBody>
                  <a:tcPr marL="45720" marR="45720" marT="27432" marB="27432">
                    <a:solidFill>
                      <a:srgbClr val="E1E0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52514E"/>
                          </a:solidFill>
                        </a:rPr>
                        <a:t>operator lag (y)</a:t>
                      </a:r>
                    </a:p>
                  </a:txBody>
                  <a:tcPr marL="45720" marR="45720" marT="27432" marB="27432">
                    <a:solidFill>
                      <a:srgbClr val="E1E0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52514E"/>
                          </a:solidFill>
                        </a:rPr>
                        <a:t>verdict</a:t>
                      </a:r>
                    </a:p>
                  </a:txBody>
                  <a:tcPr marL="45720" marR="45720" marT="27432" marB="27432">
                    <a:solidFill>
                      <a:srgbClr val="E1E0D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RFC 5702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2009-10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bind9 9.7.0 2010-02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+0.3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2010-03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0.1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fast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RFC 5933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2010-07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bind9 9.6.2 2010-02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-0.4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2012-12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2.8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never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RFC 6605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2012-04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pdns-auth 3.0.1 2012-01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-0.2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2015-11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3.8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slow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RFC 8080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2017-02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knot 2.6.0 2017-09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+0.6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2019-01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1.3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never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RFC 5155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2008-03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bind9 9.6.0 2008-12-21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+0.8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2009-08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0.7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slow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RFC 7344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2014-09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pdns-auth 4.0.0 2016-07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+1.8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2017-10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1.2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niche by design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65760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B0B0B"/>
                </a:solidFill>
                <a:latin typeface="Segoe UI"/>
              </a:rPr>
              <a:t>Across the algorithm and record-type RFCs the code lag runs -0.4 to +1.8 years (negative: a signer shipped it from the draft), while the lag from that release to the first zone runs 0.1 to 3.8 years. The RFC is never waiting for an implementation; it is waiting for an operator.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B0B0B"/>
                </a:solidFill>
                <a:latin typeface="Segoe UI"/>
              </a:rPr>
              <a:t>Defaults sit closer to take-off than RFCs do, but no event study or release scan finds a release month that moves the curve: after detrending, the smallest circular-shift p across the eight projects is 0.11. 97% of months contain some DNS release, so 'a release came just before' is always true and never evidence.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B0B0B"/>
                </a:solidFill>
                <a:latin typeface="Segoe UI"/>
              </a:rPr>
              <a:t>Verdict rule: FAST = first zone within a year of the RFC and 10% of signed delegations within four; SLOW = reached 10%, later; NEVER = under 1% of signed zones today.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2A78D6"/>
                </a:solidFill>
                <a:latin typeface="Segoe UI"/>
              </a:rPr>
              <a:t>FINDING 2  ·  RFC 6605 ECDSA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B0B0B"/>
                </a:solidFill>
                <a:latin typeface="Segoe UI"/>
              </a:rPr>
              <a:t>Defaults changed in 2016; the zones moved in 2019 and 2021, by hand</a:t>
            </a:r>
          </a:p>
        </p:txBody>
      </p:sp>
      <p:pic>
        <p:nvPicPr>
          <p:cNvPr id="4" name="Picture 3" descr="rfc_66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9861" y="1143000"/>
            <a:ext cx="5071972" cy="3566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80060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0B0B0B"/>
                </a:solidFill>
                <a:latin typeface="Segoe UI"/>
              </a:rPr>
              <a:t>Knot 2.1.0 (2016-01) and PowerDNS 4.0.0 (2016-07) made ECDSA the default; BIND 9.16.0 (2020-02) offered it as an opt-in policy. The first forward move, .se 2016-10 +17,193, is 3 months after the PowerDNS default but 10,748 of those zones were existing zones rolling over: an operator decision, not an update.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0B0B0B"/>
                </a:solidFill>
                <a:latin typeface="Segoe UI"/>
              </a:rPr>
              <a:t>The moves that made ECDSA the majority were all rollovers, 30-35 months after any default (.se 2019-06..2019-07 +217,437). The .ch wave of 2021-06..2021-11 (+591,333) was new signings choosing ECDSA 96% of the time -- that is where a default acts: silently, on new zones, years after it changed. 2 of 31 spikes sit within 3 months of a default, against a 9% chance rate.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2A78D6"/>
                </a:solidFill>
                <a:latin typeface="Segoe UI"/>
              </a:rPr>
              <a:t>FINDING 3  ·  THE AUTO-UPDATE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B0B0B"/>
                </a:solidFill>
                <a:latin typeface="Segoe UI"/>
              </a:rPr>
              <a:t>Updates work: the OS release is the event, and it acts on new zones only</a:t>
            </a:r>
          </a:p>
        </p:txBody>
      </p:sp>
      <p:pic>
        <p:nvPicPr>
          <p:cNvPr id="4" name="Picture 3" descr="rfc_6605_new_sign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9586" y="1143000"/>
            <a:ext cx="7752522" cy="2377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3657600"/>
            <a:ext cx="11064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0B0B0B"/>
                </a:solidFill>
                <a:latin typeface="Segoe UI"/>
              </a:rPr>
              <a:t>An update cannot roll an existing zone; it can only change what a zone signed after the update gets. So the test is the share of NEW signings choosing the algorithm, which the reverse ledger records per delegation.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0B0B0B"/>
                </a:solidFill>
                <a:latin typeface="Segoe UI"/>
              </a:rPr>
              <a:t>ECDSA: on their upstream dates the 2016 Knot and PowerDNS defaults left no trace (0.2% -&gt; 0.3%, 0.3% -&gt; 0.2%), and neither did Ubuntu 16.04, which carried only Knot. Debian 9 (2017-06-17) was the first OS release to ship both ECDSA-default signers: in the year after it, 57.1% of new reverse signings chose ECDSA (0.2% the year before), from 55 blocks (3 before). A second step, 22.8% -&gt; 38.8%, came with BIND 9.16.0 in Ubuntu 20.04 and Debian 11.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0B0B0B"/>
                </a:solidFill>
                <a:latin typeface="Segoe UI"/>
              </a:rPr>
              <a:t>RSA/SHA-256: new signings choosing it went 0.9% -&gt; 20.0% across OpenDNSSEC 1.2.0's default (2011-03) and kept rising for two years; BIND 9.7.0 had shipped it 13 months earlier, so it reads as availability, not one vendor.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0B0B0B"/>
                </a:solidFill>
                <a:latin typeface="Segoe UI"/>
              </a:rPr>
              <a:t>EdDSA: never a default anywhere; 14 rollovers to it in the whole ledger; two forward episodes, both withdrawn. No default, no adoption.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03B3B"/>
                </a:solidFill>
                <a:latin typeface="Segoe UI"/>
              </a:rPr>
              <a:t>FINDING 4  ·  RFC 9276 NSEC3 ITERATIONS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B0B0B"/>
                </a:solidFill>
                <a:latin typeface="Segoe UI"/>
              </a:rPr>
              <a:t>The one vendor-triggered case, and it happened before the RFC</a:t>
            </a:r>
          </a:p>
        </p:txBody>
      </p:sp>
      <p:pic>
        <p:nvPicPr>
          <p:cNvPr id="4" name="Picture 3" descr="rfc_92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1237" y="1143000"/>
            <a:ext cx="5869221" cy="3383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617720"/>
            <a:ext cx="11064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0B0B0B"/>
                </a:solidFill>
                <a:latin typeface="Segoe UI"/>
              </a:rPr>
              <a:t>Names with 100 or more NSEC3 iterations collapsed in 2021-10..2021-11 in every TLD that had them (.nu 12,145 -&gt; 110), 10 months before RFC 9276. Two to three months earlier PowerDNS 4.5.0 and Unbound 1.13.2 had capped iterations, and CVE-2021-40083 (Knot Resolver, assertion failure on NSEC3 with too many iterations) was published.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0B0B0B"/>
                </a:solidFill>
                <a:latin typeface="Segoe UI"/>
              </a:rPr>
              <a:t>All 3 spikes are within 3 months of a cap against a 14% chance rate. The caps and the CVE are one event: resolver vendors agreed to reject high counts and the zones that would have failed were re-signed. The RFC codified what validators had already forced. BIND's own default change (100 -&gt; 10) was 140 months earlier and moved nothing.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898781"/>
                </a:solidFill>
                <a:latin typeface="Segoe UI"/>
              </a:rPr>
              <a:t>FINDING 5  ·  CVEs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B0B0B"/>
                </a:solidFill>
                <a:latin typeface="Segoe UI"/>
              </a:rPr>
              <a:t>CVEs follow deployment; none led a push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B0B0B"/>
                </a:solidFill>
                <a:latin typeface="Segoe UI"/>
              </a:rPr>
              <a:t>97 of the 441 CVEs are DNSSEC mechanisms; 69 of those sit in the RFC 4033/4034/4035 core (validation, RRSIG, DNSKEY, NSEC) and belong to no single later RFC. The per-RFC sets are small: NSEC3 12, trust anchors 8, ECDSA 2, EdDSA 1, RSA/SHA-256 and CDS none.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B0B0B"/>
                </a:solidFill>
                <a:latin typeface="Segoe UI"/>
              </a:rPr>
              <a:t>A CVE is attached to an RFC by the mechanism its description names, not by citing the RFC; only CVE-2023-50868 (NSEC3) and CVE-2013-4854 (RFC 5011) name their RFC in the text.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B0B0B"/>
                </a:solidFill>
                <a:latin typeface="Segoe UI"/>
              </a:rPr>
              <a:t>Every CVE nearest to an adoption spike is a validator bug (memory leak, assertion failure). Median lag from a spike to the nearest CVE: 16 months for ECDSA, 57 for NSEC3. CVE-2022-38178 came 4 months before the second EdDSA episode; it is a BIND memory leak and not a reason to sign with EdDSA.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B0B0B"/>
                </a:solidFill>
                <a:latin typeface="Segoe UI"/>
              </a:rPr>
              <a:t>The one CVE inside a causal chain is CVE-2021-40083: a symptom of the iteration problem the 2021 caps fixed, published the month the caps shipped. The DNSSEC CVE surface is on validators (Unbound, BIND, Knot Resolver, PowerDNS Recursor); the signers whose defaults move zones publish almost none.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B0B0B"/>
                </a:solidFill>
                <a:latin typeface="Segoe UI"/>
              </a:rPr>
              <a:t>NSEC3 order of events: BIND 9.6.0 signs it 2008-12, the first NSEC3-signed reverse delegations appear 2009-07, the first CVE 2009-10. Code, then deployment, then CVEs, each within a year.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898781"/>
                </a:solidFill>
                <a:latin typeface="Segoe UI"/>
              </a:rPr>
              <a:t>SO WHY FAST, SLOW OR NEVER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B0B0B"/>
                </a:solidFill>
                <a:latin typeface="Segoe UI"/>
              </a:rPr>
              <a:t>How a change reaches a zone decides its speed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371600"/>
                <a:gridCol w="3291840"/>
                <a:gridCol w="4572000"/>
              </a:tblGrid>
              <a:tr h="27432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52514E"/>
                          </a:solidFill>
                        </a:rPr>
                        <a:t>RFC</a:t>
                      </a:r>
                    </a:p>
                  </a:txBody>
                  <a:tcPr marL="45720" marR="45720" marT="27432" marB="27432">
                    <a:solidFill>
                      <a:srgbClr val="E1E0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52514E"/>
                          </a:solidFill>
                        </a:rPr>
                        <a:t>verdict</a:t>
                      </a:r>
                    </a:p>
                  </a:txBody>
                  <a:tcPr marL="45720" marR="45720" marT="27432" marB="27432">
                    <a:solidFill>
                      <a:srgbClr val="E1E0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52514E"/>
                          </a:solidFill>
                        </a:rPr>
                        <a:t>how it reaches a zone</a:t>
                      </a:r>
                    </a:p>
                  </a:txBody>
                  <a:tcPr marL="45720" marR="45720" marT="27432" marB="27432">
                    <a:solidFill>
                      <a:srgbClr val="E1E0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52514E"/>
                          </a:solidFill>
                        </a:rPr>
                        <a:t>what the data shows</a:t>
                      </a:r>
                    </a:p>
                  </a:txBody>
                  <a:tcPr marL="45720" marR="45720" marT="27432" marB="27432">
                    <a:solidFill>
                      <a:srgbClr val="E1E0D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RFC 5702 RSA/SHA-256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fast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signer default, inherited by new zones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first zone 2010-03; new reverse signings 0.9% -&gt; 20.0% across the 2011 default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RFC 6605 ECDSA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slow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signer default (2016) + operator rollovers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first zone 2015-11; majority only via 2019 rollovers and the 2021 .ch wave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RFC 5155 NSEC3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slow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signer option; BIND default from 9.7.0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first zone 2009-08; 10% at 2011-08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RFC 9276 iterations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vendor-triggered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validator caps force re-signing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collapse 2021-10, ten months before the RFC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RFC 7344 CDS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niche by design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only useful where the parent acts on it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18.5% of signed forward zones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RFC 8080 EdDSA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never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never a default anywhere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0.37% reverse, 0.01% forward today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RFC 5933 GOST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never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never a default; Russian namespace not in corpora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0.00% in both corpora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114800"/>
            <a:ext cx="11064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Segoe UI"/>
              </a:rPr>
              <a:t>Fast RFCs are the ones a signer default carries into every newly signed zone. Slow ones need operators to roll existing zones, and operators do that in six-figure batches years after the default changed. Never-adopted ones had no default anywhere. The only RFC that moved on a vendor's schedule was the one where validators refused the old value.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898781"/>
                </a:solidFill>
                <a:latin typeface="Segoe UI"/>
              </a:rPr>
              <a:t>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B0B0B"/>
                </a:solidFill>
                <a:latin typeface="Segoe UI"/>
              </a:rPr>
              <a:t>What this cannot show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B0B0B"/>
                </a:solidFill>
                <a:latin typeface="Segoe UI"/>
              </a:rPr>
              <a:t>Which software signs a zone is never visible from its records; 'nearest release' is timing evidence. Registry and registrar signing platforms are closed source and are not in the release list.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B0B0B"/>
                </a:solidFill>
                <a:latin typeface="Segoe UI"/>
              </a:rPr>
              <a:t>OpenINTEL here is monthly aggregates for seven TLDs from 2016-06 (2020-05 for .ch/.li) to 2023-12, so RSA/SHA-256 and NSEC3 adoption are visible only in reverse DNS, and forward spikes cannot be attributed to an operator.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B0B0B"/>
                </a:solidFill>
                <a:latin typeface="Segoe UI"/>
              </a:rPr>
              <a:t>Reverse DNS is small (25,930 change events on 13,654 delegations) and NSEC3 is visible there only through algorithm 7.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B0B0B"/>
                </a:solidFill>
                <a:latin typeface="Segoe UI"/>
              </a:rPr>
              <a:t>OS package dates bound when a default became reachable by apt, not when anyone upgraded. The Debian 9 step rests on 55 blocks in one corpus, APNIC-heavy, with one block a third of it.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B0B0B"/>
                </a:solidFill>
                <a:latin typeface="Segoe UI"/>
              </a:rPr>
              <a:t>With 3 to 31 spikes per RFC, 'beats chance' is a reading, not a test with a p-value. CVE attribution is by NVD product only.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B0B0B"/>
                </a:solidFill>
                <a:latin typeface="Segoe UI"/>
              </a:rPr>
              <a:t>Decks with every figure and ledger: dnssec_rfc_why.pptx (per-RFC timelines), dnssec_program_rfc_cases.pptx (per-program case studies), dnssec_algorithm_flows.pptx (what zones move between). CSVs: dns_software_*.csv, dns_cve_list.csv, dns_program_rfc_spikes.csv.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