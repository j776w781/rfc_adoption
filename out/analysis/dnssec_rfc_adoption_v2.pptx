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5740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Segoe UI"/>
              </a:rPr>
              <a:t>OPENINTEL RFC-ADOPTION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871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 i="0">
                <a:solidFill>
                  <a:srgbClr val="0B0B0B"/>
                </a:solidFill>
                <a:latin typeface="Segoe UI"/>
              </a:rPr>
              <a:t>How DNSSEC RFC adoption</a:t>
            </a:r>
          </a:p>
          <a:p>
            <a:pPr algn="l">
              <a:lnSpc>
                <a:spcPct val="108000"/>
              </a:lnSpc>
            </a:pPr>
            <a:r>
              <a:rPr sz="4200" b="1" i="0">
                <a:solidFill>
                  <a:srgbClr val="0B0B0B"/>
                </a:solidFill>
                <a:latin typeface="Segoe UI"/>
              </a:rPr>
              <a:t>actually changed, 2018–2026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114800"/>
            <a:ext cx="201168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2.76 billion DNS records  ·  3,127 measurement days  ·  3 zones  ·  8 RFCs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Evidence-linked: every count traces to a matched indicator and a publication-date check.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What was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Every DNS record was tested against all 8 RFC checklists, not one chosen in advance.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2.76B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63824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DNSSEC records evaluated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after the record-type prefilter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983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3,127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983" y="3163824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measurement days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.gov, .nu, .se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6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6" y="3163824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DNSSEC RFCs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scored independently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9469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2018–2026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469" y="3163824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observation window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(2022 and 2025 absent)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480560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Each record is checked against every RFC's observable signature, then against that RFC's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publication date — an observation cannot evidence a standard that did not yet exist.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Counts below are exact aggregates; rankings are derived from a sampled set of worked examples.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Source: OpenINTEL forward-DNS, basis=zonefile. Analysis: openintel_rfc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READ THIS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The three zones are not equally sampled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Totals across all zones are dominated by whichever large zone happened to be measured. Every later chart is normalised within a zone.</a:t>
            </a:r>
          </a:p>
        </p:txBody>
      </p:sp>
      <p:pic>
        <p:nvPicPr>
          <p:cNvPr id="5" name="Picture 4" descr="panel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772" y="2212848"/>
            <a:ext cx="5946151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19379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3B3B"/>
                </a:solidFill>
                <a:latin typeface="Segoe UI"/>
              </a:rPr>
              <a:t>.gov is 70% of the days but 2.6% of the records.  .se is 1.2% of the days but 20.6% of the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57784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Spans are truncated, not holed: .gov 2020 stops 4 Sep, .nu 2019 stops 10 Apr, .se 2021 is 11 days. Within each span coverage is 99.6% complete.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14 .gov days (27 Apr–10 May 2021) returned near-empty objects and are excluded from per-day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ECDSA replaced RSA as the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Monotonic over eight years, and real growth rather than composition: 1,035 to 30,284 records per day in .gov, a 29x rise against a 1.8x baseline.</a:t>
            </a:r>
          </a:p>
        </p:txBody>
      </p:sp>
      <p:pic>
        <p:nvPicPr>
          <p:cNvPr id="5" name="Picture 4" descr="ecdsa_mi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112" y="2103120"/>
            <a:ext cx="782747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RFC 6605 (algorithms 13/14), share of each zone's own DNSSEC records. 2022 and 2025 not measured.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CROSS-ZONE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The same year, three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In 2021 the ccTLDs led .gov on ECDSA — .gov overtook them only later. Comparing each zone's latest year instead would invert this.</a:t>
            </a:r>
          </a:p>
        </p:txBody>
      </p:sp>
      <p:pic>
        <p:nvPicPr>
          <p:cNvPr id="5" name="Picture 4" descr="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288" y="2194560"/>
            <a:ext cx="7547119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2021 is the only year all three zones were measured. .se rests on 11 days — directional, not precise.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THE NON-ADOPTION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EdDSA was standardised in 2017. It never arrived.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Nine years on, adoption is indistinguishable from zero in two of three zones.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330189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03B3B"/>
                </a:solidFill>
                <a:latin typeface="Segoe UI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63824"/>
            <a:ext cx="330189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.gov records using EdDSA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out of 72 million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4898" y="2377440"/>
            <a:ext cx="330189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03B3B"/>
                </a:solidFill>
                <a:latin typeface="Segoe UI"/>
              </a:rPr>
              <a:t>0.09%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4898" y="3163824"/>
            <a:ext cx="330189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of .nu DNSSEC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2556" y="2377440"/>
            <a:ext cx="330189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03B3B"/>
                </a:solidFill>
                <a:latin typeface="Segoe UI"/>
              </a:rPr>
              <a:t>0.84%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2556" y="3163824"/>
            <a:ext cx="330189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of .se DNSSEC records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— 72% of all EdDSA seen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480560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7548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Registries consolidated on ECDSA instead. A newer, smaller, faster algorithm with IETF backing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is not sufficient for adoption — ECDSA arrived first and was good enough.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.se is the only zone with a measurable EdDSA presence.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RFC 8080 (algorithms 15/16), published February 2017. Counts across the full 2.76 billion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OPERATIONAL OUTLIER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.gov automates delegation; the ccTLDs do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CDS/CDNSKEY publication grew 11× and the delete signal appeared in 2020 and kept climbing.</a:t>
            </a:r>
          </a:p>
        </p:txBody>
      </p:sp>
      <p:pic>
        <p:nvPicPr>
          <p:cNvPr id="5" name="Picture 4" descr="gov_auto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337" y="2194560"/>
            <a:ext cx="7805021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.gov holds 56% of all delete signals and 64% of all CDS/CDNSKEY records while being 2.6% of the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WHAT SHARES HIDE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NSEC3 did not decline. It stood still.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Its share of .gov records fell 10.9% to 5.8% — but per measurement day it held flat at ~2,900 for eight years. The share moved because the denominator grew 79%.</a:t>
            </a:r>
          </a:p>
        </p:txBody>
      </p:sp>
      <p:pic>
        <p:nvPicPr>
          <p:cNvPr id="5" name="Picture 4" descr="growth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283" y="2240280"/>
            <a:ext cx="7873129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Per-day rates remove the shared denominator. Only growth above the zone's own 1.8x baseline is adoption.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ADOPTION 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When each RFC actually shows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Only three rows carry a real time-to-adoption. The rest were already deployed when measurement began, so their lag is a lower bound, not a delay.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042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RFC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3042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Published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3042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First seen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042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3042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Median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3042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Last seen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3042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Observations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96896"/>
            <a:ext cx="9738360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2491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4033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72491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2005-03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72491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2018-01 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2491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&gt; 12.8y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7249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2019-04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249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2491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2,323,653,512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09067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4509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09067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2006-05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09067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2018-01 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09067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&gt; 11.7y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0906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2019-04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0906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09067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135,810,997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45643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5155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45643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2008-03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45643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2018-01 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45643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&gt; 9.8y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45643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2019-03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45643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45643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429,544,241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82219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6605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382219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2012-04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382219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2018-01 *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82219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&gt; 5.8y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382219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2021-07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82219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382219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549,969,844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18795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7344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418795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2014-09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18795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2018-01 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41879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&gt; 3.3y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418795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2024-01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418795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18795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2,290,509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55371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8080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455371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2017-02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455371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2021-01 *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455371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&lt; 3.9y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45537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2021-01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45537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2024-11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455371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6,642,303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491947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8078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48840" y="491947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2017-03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80" y="491947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Segoe UI"/>
              </a:rPr>
              <a:t>2018-08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80" y="491947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Segoe UI"/>
              </a:rPr>
              <a:t>1.5y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0720" y="49194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2024-01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49194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38160" y="491947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165,951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528523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8624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48840" y="528523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2019-06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3280" y="528523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Segoe UI"/>
              </a:rPr>
              <a:t>2019-06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0" y="528523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Segoe UI"/>
              </a:rPr>
              <a:t>0.0y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60720" y="528523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2021-08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0" y="528523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38160" y="528523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495,136,786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" y="568756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*  first sighting censored by the start of the corpus (lower bound) or by a coverage gap (upper bound).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Median is rate-weighted: each month counts by records per measurement day, so unevenly sampled months do not dominate.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What this does not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Stated plainly, because each one changes how a number should be read.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Record-level, not zone-level.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2286000"/>
            <a:ext cx="6339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“62% of .gov records use ECDSA” is not “62% of .gov zones”. Large signed zones contribute more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1868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First-seen is a coverage floor.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3218688"/>
            <a:ext cx="6339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Five RFCs report first-seen 2018-01-01 — the first day of data. They were deployed before the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51376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Rankings are sampled; counts are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4151376"/>
            <a:ext cx="6339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Observation counts are exact aggregates. Scores derive from 29 worked examples, ~1 per 95M rows.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84064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Presence is not conformance.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5084064"/>
            <a:ext cx="6339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A matching record shows the mechanism is deployed, not that the operator read the RFC.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The pipeline identifies ranked RFC candidates consistent with observable signals; it does not prove adoption.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What would make this publishable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Three gaps, in the order they change the conclusions.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7685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23317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Aggregate to zone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331720"/>
            <a:ext cx="56080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Turns “share of records” into “share of zones” — the number a reader assumes they are already seeing.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1985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34747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Fill 2022 and 2025, and sample .se properly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474720"/>
            <a:ext cx="56080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.se is the largest zone and the worst covered at 39 days. The ECDSA curve needs the missing years.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6285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6177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Exact scoring in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4617720"/>
            <a:ext cx="56080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Removes the sampled-ranking caveat so scores are as exact as the counts already are.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806440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03504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Every figure in this deck is reproducible: openintel-rfc merge --checkpoint-dir out/final/checkpoints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