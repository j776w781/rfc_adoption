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898781"/>
                </a:solidFill>
                <a:latin typeface="Segoe UI"/>
              </a:rPr>
              <a:t>REVERSE-DNS DELEGATIONS, 2009-2026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4000" b="1">
                <a:solidFill>
                  <a:srgbClr val="0B0B0B"/>
                </a:solidFill>
                <a:latin typeface="Segoe UI"/>
              </a:rPr>
              <a:t>What DNSSEC zones are switching to,</a:t>
            </a:r>
          </a:p>
          <a:p>
            <a:pPr>
              <a:spcAft>
                <a:spcPts val="200"/>
              </a:spcAft>
            </a:pPr>
            <a:r>
              <a:rPr sz="4000" b="1">
                <a:solidFill>
                  <a:srgbClr val="0B0B0B"/>
                </a:solidFill>
                <a:latin typeface="Segoe UI"/>
              </a:rPr>
              <a:t>and what they are leaving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4114800"/>
            <a:ext cx="1828800" cy="28575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25,930 algorithm changes across 13,654 delegations, tracked zone by zone.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Two complete generational handovers: RSA/SHA-1 to RSA/SHA-2 to ECDSA.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Reverse corpus only — the forward per-day records are not in this repository.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898781"/>
                </a:solidFill>
                <a:latin typeface="Segoe UI"/>
              </a:rPr>
              <a:t>THE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Segoe UI"/>
              </a:rPr>
              <a:t>What a zone turning DNSSEC on picks</a:t>
            </a:r>
          </a:p>
        </p:txBody>
      </p:sp>
      <p:pic>
        <p:nvPicPr>
          <p:cNvPr id="4" name="Picture 3" descr="f1_first_signing_ch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840" y="1444752"/>
            <a:ext cx="8972014" cy="41330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74243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Segoe UI"/>
              </a:rPr>
              <a:t>ECDSA is now 85% of new signings; it was 0% before 2015.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Zones gaining a DS record that year, by algorithm family. 2026 is nine months.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898781"/>
                </a:solidFill>
                <a:latin typeface="Segoe UI"/>
              </a:rPr>
              <a:t>THE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Segoe UI"/>
              </a:rPr>
              <a:t>Two complete handovers in seventeen years</a:t>
            </a:r>
          </a:p>
        </p:txBody>
      </p:sp>
      <p:pic>
        <p:nvPicPr>
          <p:cNvPr id="4" name="Picture 3" descr="f2_first_signing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466" y="1444752"/>
            <a:ext cx="9582762" cy="41330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74243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Segoe UI"/>
              </a:rPr>
              <a:t>ECDSA passes half of new signings in 2021 and reaches 85% by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Same data as a share of each year's total. EdDSA, standardised in 2017, never becomes visible at this scale.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898781"/>
                </a:solidFill>
                <a:latin typeface="Segoe UI"/>
              </a:rPr>
              <a:t>THE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Segoe UI"/>
              </a:rPr>
              <a:t>Where zones that already had DNSSEC moved</a:t>
            </a:r>
          </a:p>
        </p:txBody>
      </p:sp>
      <p:pic>
        <p:nvPicPr>
          <p:cNvPr id="4" name="Picture 3" descr="f3_rollover_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635" y="1444752"/>
            <a:ext cx="9998424" cy="41330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74243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Segoe UI"/>
              </a:rPr>
              <a:t>One path dominates: 403 zones went RSASHA256 to ECDSA P-256.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"added X" is a dual-signing step, publishing the new algorithm alongside the old one — how a correct rollover begins. A quarter of rollovers pass through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898781"/>
                </a:solidFill>
                <a:latin typeface="Segoe UI"/>
              </a:rPr>
              <a:t>ARRIVALS AND DEPARTURES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Segoe UI"/>
              </a:rPr>
              <a:t>Each family's flow, year by year</a:t>
            </a:r>
          </a:p>
        </p:txBody>
      </p:sp>
      <p:pic>
        <p:nvPicPr>
          <p:cNvPr id="4" name="Picture 3" descr="f4_arrivals_depar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1509463"/>
            <a:ext cx="10881360" cy="40036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74243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Segoe UI"/>
              </a:rPr>
              <a:t>ECDSA has never had a year of net departures. RSA/SHA-1 has had eight.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A zone arrives in the year it first publishes an algorithm from that family and leaves in the year it stops.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898781"/>
                </a:solidFill>
                <a:latin typeface="Segoe UI"/>
              </a:rPr>
              <a:t>THE STOCK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Segoe UI"/>
              </a:rPr>
              <a:t>The installed base those flows add up to</a:t>
            </a:r>
          </a:p>
        </p:txBody>
      </p:sp>
      <p:pic>
        <p:nvPicPr>
          <p:cNvPr id="4" name="Picture 3" descr="f5_installed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649" y="1444752"/>
            <a:ext cx="9350396" cy="41330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74243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Segoe UI"/>
              </a:rPr>
              <a:t>ECDSA 7,112 · RSA/SHA-2 4,631 · RSA/SHA-1 413 · EdDSA 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Running total of arrivals minus departures. A net position over observed changes, not a census of the reverse DNS.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898781"/>
                </a:solidFill>
                <a:latin typeface="Segoe UI"/>
              </a:rPr>
              <a:t>OPENINTEL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Segoe UI"/>
              </a:rPr>
              <a:t>What the signed zones of each TLD actually run</a:t>
            </a:r>
          </a:p>
        </p:txBody>
      </p:sp>
      <p:pic>
        <p:nvPicPr>
          <p:cNvPr id="4" name="Picture 3" descr="f6_forward_family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629" y="1444752"/>
            <a:ext cx="8616436" cy="41330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74243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Segoe UI"/>
              </a:rPr>
              <a:t>.ee is 96% ECDSA and .ch 91%, but .se is only 57% and .gov still 9% RSA/SHA-1.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Share of each TLD's signed zones by family. The forward corpus runs 2016-06 to 2023-12 and TLDs enter at different dates, so each panel starts where its data does.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898781"/>
                </a:solidFill>
                <a:latin typeface="Segoe UI"/>
              </a:rPr>
              <a:t>OPENINTEL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Segoe UI"/>
              </a:rPr>
              <a:t>The migration, and the rollovers still in flight</a:t>
            </a:r>
          </a:p>
        </p:txBody>
      </p:sp>
      <p:pic>
        <p:nvPicPr>
          <p:cNvPr id="4" name="Picture 3" descr="f7_forward_net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632" y="1444752"/>
            <a:ext cx="9888431" cy="41330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74243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Segoe UI"/>
              </a:rPr>
              <a:t>219,967 zones were publishing two algorithm families at once in 2019-11.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Lines sum to more than the total because a zone rolling over publishes both algorithms; that gap is the population mid-rollover. Per-algorithm counts overlap and must never be stacked.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898781"/>
                </a:solidFill>
                <a:latin typeface="Segoe UI"/>
              </a:rPr>
              <a:t>WHAT THIS SHOWS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Segoe UI"/>
              </a:rPr>
              <a:t>Three things worth taking 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2A78D6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5544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B0B0B"/>
                </a:solidFill>
                <a:latin typeface="Segoe UI"/>
              </a:rPr>
              <a:t>Algorithm choice turns over completely, about once a decade.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93852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Segoe UI"/>
              </a:rPr>
              <a:t>RSA/SHA-1 was the usual choice until 2013, RSA/SHA-2 until 2020, ECDSA since. From first appearance to majority of new signings took RSA/SHA-2 four years (2010 to 2014) and ECDSA six (2015 to 2021).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71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2A78D6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97180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B0B0B"/>
                </a:solidFill>
                <a:latin typeface="Segoe UI"/>
              </a:rPr>
              <a:t>Rollovers are rare, and one path carries most of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35584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Segoe UI"/>
              </a:rPr>
              <a:t>1,551 rollovers against 18,205 first-time signings. Of those, 403 are RSASHA256 to ECDSA P-256 — more than the next two paths combined.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2A78D6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3891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B0B0B"/>
                </a:solidFill>
                <a:latin typeface="Segoe UI"/>
              </a:rPr>
              <a:t>EdDSA has not started.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77316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Segoe UI"/>
              </a:rPr>
              <a:t>Standardised in 2017. Thirty-eight zones in the net position, against 7,112 for ECDSA. Nine years is long enough that this is a result, not a wait.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Reproducible: python reporting/algorithm_flows.py &amp;&amp; python reporting/make_flows_deck.py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