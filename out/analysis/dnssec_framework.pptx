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0907F"/>
                </a:solidFill>
                <a:latin typeface="Segoe UI"/>
              </a:rPr>
              <a:t>DNSSEC RFC ADOPTION — MEASUREMENT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>
                <a:solidFill>
                  <a:srgbClr val="171A14"/>
                </a:solidFill>
                <a:latin typeface="Segoe UI"/>
              </a:rPr>
              <a:t>Measuring what the data can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>
                <a:solidFill>
                  <a:srgbClr val="171A14"/>
                </a:solidFill>
                <a:latin typeface="Segoe UI"/>
              </a:rPr>
              <a:t>actually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66705C"/>
                </a:solidFill>
                <a:latin typeface="Segoe UI"/>
              </a:rPr>
              <a:t>Why the existing definitions do not transfer, the one we built instead, the pipeline that computes it, and what it has found so far.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6705C"/>
                </a:solidFill>
                <a:latin typeface="Segoe UI"/>
              </a:rPr>
              <a:t>Full run: 8.24 TB · 15,179 source-days · 25,151 files · 12 sources · 5 RIRs (2009–2026) + 7 forward TLDs (2016–2023)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One word was doing three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Every sentence with “adoption” in it hid which of these was meant.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SOMEONE TRIED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Ed25519 first appeared in 2019-01, 1.9 years after RFC 8080.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true, and almost meaningless alone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IT REACHED REAL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In the forward TLDs it reached 2.04% of signed names by 2020-06.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different measure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IT IS SPREADING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It is not. Those same TLDs were back to 0.003% by 2023-12.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third measure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71A14"/>
                </a:solidFill>
                <a:latin typeface="Segoe UI"/>
              </a:rPr>
              <a:t>“Ed25519 was adopted after 1.9 years” and “Ed25519 was never adopted” are both defensible readings of the same record.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71A14"/>
                </a:solidFill>
                <a:latin typeface="Segoe UI"/>
              </a:rPr>
              <a:t>That is what makes the word unusable once a number is attached to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OTHER 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already exists, and where it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method behind each definition decides what it can and cannot say.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2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23"/>
                <a:gridCol w="2860974"/>
                <a:gridCol w="4172254"/>
                <a:gridCol w="1668901"/>
              </a:tblGrid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How it was derived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Fits us?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Rogers / Bass
diffusion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Theory + market data on
consumer goods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Cumulative adopters —
can only go up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ISA model
Hovav et al. 2004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SURVEYS of organisations
(Australia, China)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Why managers decide:
attitude, top-mgmt support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Osterweil et al.
IMC 2008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ACTIVE DNS QUERIES
from resolvers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availability / verifiability /
validity — does it work now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Different
instrument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Chung et al.
IMC 2017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Measurement + buying
domains from registrars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Who is responsible
(registrar attribution)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Out of
scope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RFC 5218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Retrospective on IETF
protocol histories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Why protocols succeed
(“incrementally deployable”)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Partly —
we cite it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88151"/>
            <a:ext cx="1072865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66705C"/>
                </a:solidFill>
                <a:latin typeface="Segoe UI"/>
              </a:rPr>
              <a:t>The ISA model asks people why they deployed. We read what zones publish. Nothing in a zone file records intent, management support, or attitude — so a survey-derived definition cannot be computed from our data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WHY THEY DON'T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Their curve can only go up. Ours goes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same mechanism, measured two ways.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hy_not_ro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440" y="2478024"/>
            <a:ext cx="9220814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RSA/SHA-256 went 0% → 74.6% → 22.3%. Nothing failed: those zones moved to ECDSA. But cumulative adoption cannot fall, so Rogers’ thresholds would file RSA/SHA-1 as “late majority” in 2011 and “innovator” in 2026 — the same mechanism walking backwards through the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DEFINITION WE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Three stages, each an operation on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Named after the arithmetic, so no inference can hide inside the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1 — FIRST SEEN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Present on ≥ 1 zone,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any 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somebody did it once 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always quoted with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2 — PARTIAL 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P(value | signed delegations)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≥ 1%   AND  ≥ 10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in real use, not the norm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3 — COMMON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P(value | signed delegations)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≥ 10%  AND  ≥ 10 zones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normal operator 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64024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The intervals between them are the measurements: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onset (publication → first seen) · establishment (first seen → partial) · ascent (partial → common)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78424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6705C"/>
                </a:solidFill>
                <a:latin typeface="Segoe UI"/>
              </a:rPr>
              <a:t>Thresholds were swept, not picked. The qualifying count is flat across 0.5–3% and 4–25%, so any value mid-plateau gives identical results. The ≥10-zone guard exists because a population grows: on the reverse panel one zone was 3.1% of it in 2011 and is 0.016% now — a 201× change in what the same threshold demands.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WORKED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 same three stages, three different endings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All three first appeared. Two reached real use, one never did, and one of those two has since fallen 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1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886"/>
                <a:gridCol w="1083702"/>
                <a:gridCol w="1625553"/>
                <a:gridCol w="1408813"/>
                <a:gridCol w="1625553"/>
                <a:gridCol w="1192072"/>
                <a:gridCol w="119207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From RFC 8080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Onset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1 · first seen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2 · in use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3 · widely used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Peak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Now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Ed25519 — forward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2019-01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2.04%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Ed25519 — reverse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5.5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2022-08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0.39%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0.37%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Ed448 — forward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61772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907F"/>
                </a:solidFill>
                <a:latin typeface="Segoe UI"/>
              </a:rPr>
              <a:t>Why the stages are separate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65192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Ed25519 and Ed448 come from the SAME RFC, published the same day, in the same family — one date for “RFC 8080” would have averaged them into a single number.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Ed25519 appeared in the forward TLDs after 1.9 years and in reverse delegations only after 5.5, and did something different in each. Ed448 has never left first sighting anywhere.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Each row is one corpus throughout. This is why the unit is the observable change and not the document, and why a first-sighting date has to name the corpora it searched.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61772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907F"/>
                </a:solidFill>
                <a:latin typeface="Segoe UI"/>
              </a:rPr>
              <a:t>Why these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965192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Swept, not picked. The number of qualifying algorithms is flat across 0.5–3% and again across 4–25%, so any value mid-plateau gives identical results. 4% or 30% would sit on a cliff.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The ≥10-zone guard: on the reverse panel, RSA/SHA-256 and RSASHA1-NSEC3 both “reach 1%” in 2011-05 on a SINGLE zone — 1% of a 32-zone population.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A ≥25 guard over-corrects, pushing RSASHA1-NSEC3 from 2.0y to 7.8y purely because it had few contemporaries.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CROSS-REFERENCE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Two corpora that share nothing, compared at one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2023-12, the last month both cover.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orward_vs_reve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912" y="2478024"/>
            <a:ext cx="6155871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321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14 of 20 comparable observables agree within 5 percentage points — SHA-256 DS digest reads 98.34% and 98.24%, a tenth of a point apart, from corpora with no shared infrastructure, operators or method. Where they disagree the direction is consistent: forward zones have modernised and reverse delegations have not.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DENOMINATOR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Why the two are never pooled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forward sources are 99.6% of the population, and they stop.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osition_br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09" y="2478024"/>
            <a:ext cx="7741876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39496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A pooled share is a forward number until 2023-12 and a reverse number after it, with a 99.6% cliff between. Peak and latest values routinely land on opposite sides, so 11 of 15 peak-to-latest drops in the pooled run are not comparable and none is quoted here. Every figure on this deck is one corpus at a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BIGGEST CAVEAT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A share of names is not a count of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In the forward corpus, single operators move six figures of names in one month.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1536192"/>
                <a:gridCol w="153619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Ed25519, forward TLDs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names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share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0.000%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19,863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2.039%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2021-06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0.004%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2023-01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11,921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0.557%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2023-12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2478024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Tens of thousands of names appearing and vanishing within months, twice, is not diffusion. It is one operator moving a portfolio — .se accounts for nearly all of it, peaking at 19,455 names.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The largest jump anywhere is ECDSA P-256: +118,961 names in 2019-02, 76% of its total that month. So “ECDSA reached common usage in 2019-02” records one bulk migration.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Forward shares therefore largely measure registrar and provider defaults, not independent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9864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6705C"/>
                </a:solidFill>
                <a:latin typeface="Segoe UI"/>
              </a:rPr>
              <a:t>This strengthens the case against the diffusion literature rather than weakening it: that literature assumes a population of independent adopters, and this one has a handful of actors who can move six figures of names at once.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Five stages, each resumable, each skippable.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7438"/>
                <a:gridCol w="5900760"/>
                <a:gridCol w="3540456"/>
              </a:tblGrid>
              <a:tr h="51206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ripe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Fetches RIPE’s reverse-delegation archive (the only stage that touches the network)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 reverse corpus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index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Walks every cache root on the NAS, merges them into one view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inventory.json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extract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One pass per source-day → tidy counts, one checkpoint each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timeline_monthly.csv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analyse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Bottom-up over observable changes, top-down over categories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bottom_up.json · top_down.json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report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Digest for humans, compact bundle for the next conversation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summary.md · analysis_bundle.json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33288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Both analysis directions are configuration, not code — data/analysis_config.json holds the observable changes, the implementation groups, the categories and the thresholds. Adding a mechanism to measure means adding a row.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Three design decisions that protect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MULTI-DRIVE, MERGED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The cache spans a main path and a spill path. A day’s files can sit on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Reading one path alone reports a PARTIAL day as a complete one — indistinguishable from a month when fewer zones signed.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4794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9386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EVERY SHARE CARRIES ITS DENOMINATOR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386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Each dimension emits its own _total row alongside the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The same fact reads 68%, 64% or 0.6% depending only on what you divide by. P(x | population) is recomputable, never guessed.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8068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82660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SHARDED ACROSS MACHINES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2660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Same command, different --shard. Balanced on bytes, no coordinator.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3 shards over the corpus: 0.0% spread, and identical results to a single-machine run across 30 changes × 7 fields.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6705C"/>
                </a:solidFill>
                <a:latin typeface="Segoe UI"/>
              </a:rPr>
              <a:t>A partial corpus produces entirely plausible numbers, so each shard reports when it finishes and the analysis refuses to stay silent if the set is incomplete.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FULL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the full corpus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Adding 8.24 TB of forward data moved 14 dates and refuted one finding.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MEASURABLE OBSERVABLES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14  →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Ten became measurable for the first time. The forward corpus carries NSEC3 parameters, DNSKEY flags and CDS, which delegation data cannot.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FIRST-SEEN DATES MOVED EARLIER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14 of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Existence is a minimum over all evidence, so more corpus can only move a date earlier. Largest: SHA-384 digest −4.1 y, Ed25519 −3.7 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A FINDING WITHDRAWN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no longer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“Each new algorithm takes longer to appear” held in reverse data and fails on the full corpus.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4288536"/>
          <a:ext cx="1072865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596"/>
                <a:gridCol w="1716584"/>
                <a:gridCol w="1931157"/>
                <a:gridCol w="3862315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New cryptographic primitive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Published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Reverse only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Full corpus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ECC-GOST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2010-07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2.5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2.4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P-256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2012-04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3.7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P-384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2012-04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4.0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Ed25519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2017-02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y  ← the newest is the fastest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Ed448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2017-02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5.8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2636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6705C"/>
                </a:solidFill>
                <a:latin typeface="Segoe UI"/>
              </a:rPr>
              <a:t>Reverse only: 3.7 → 4.0 → 5.6 → 5.8, monotonic. Full corpus: 2.4 → 3.6 → 3.9 → 1.9 → 3.2, not monotonic. The pattern was a property of one corpus: reverse-DNS operators adopt late, so every newer algorithm looked slower. .se had Ed25519 in 2019-01; the RIRs not until 2022-08.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Being early tells you nothing about ending up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nset_vs_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256" y="1911096"/>
            <a:ext cx="7415182" cy="3840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5321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Peak share, not today's — “today” is 2023-12 for the forward-only observables and 2026-08 for the DS ones, so one axis cannot carry both. At n=11 the correlation is not distinguishable from zero under either endpoint (−0.14 on peak, +0.33 on latest). This is the evidence FOR splitting the definition, not an assumption behind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does predict onset: how many parties must ship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11096"/>
          <a:ext cx="1072865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7841"/>
                <a:gridCol w="2235136"/>
                <a:gridCol w="2235136"/>
                <a:gridCol w="67054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the change requires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Measured on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Onset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codepoint — the cryptography is already linked in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algorithms 8, 10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0.4 – 0.8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DS digest — a hash, parent side only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digests 3, 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0.8 – 1.2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Same cryptography, new signalling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 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1.3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record type on existing infrastructure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CDS delete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1.4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PRIMITIVE — signer AND validator must both ship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algorithms 12–16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– 3.9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65192"/>
            <a:ext cx="1072865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>Five groups, strictly ascending, on the full corpus. The claim to make is about the ORDERING: the middle gaps are 0.1 y with n=1, which is not a boundary. Only the last gap is substantial — 1.4 y to 1.9 y, where a change starts needing both ends.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>Not difficulty: Ed25519 is no harder to implement than RSA/SHA-512. RFC 5218 calls it “incrementally deployable”, which is the citation for the mechanism.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Most of what happens is retreat, not 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Reverse panel, the one series with no composition break: four of six mechanisms sit below their own peak.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s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653" y="2478024"/>
            <a:ext cx="8054389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Every framework in the literature describes something arriving. None describes something being pushed out. In a fixed population that is half of what happens — and in our data it is the bigger half. This looks like the contribution.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Deprecation runs on an inverted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question is not when it appeared but how much is still there.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9905 — SHA-1 SIGNING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7.30%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15,888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still published after the RFC forbade new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9905 — SHA-1 DS DIGEST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18.26%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19,652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different fix: replace the DS at the parent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9906 — ECC-GOST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zero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documented an ending rather than causing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46904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The two halves of RFC 9905 need different remedies — replace the DS at the parent, versus reissue the child’s keys — so they are reported as two numbers, never one “SHA-1 exposure”.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Both RFCs published 2025-11 and the forward corpus ends 2023-12, so the entire post-publication window is reverse data — a property of the corpus, not a choice.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this cannot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Stated so no one reads a blank as a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4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7742"/>
                <a:gridCol w="7080912"/>
              </a:tblGrid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Limit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Consequence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Forward and reverse cover different periods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Forward ends 2023-12, the RIRs run to 2026-08. Any share spanning 2024-01 compares two populations: 11 of 15 peak-to-now drops are not comparable, and none of them is quoted.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Only TLSA is still unreachable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 forward corpus closed the rest — 2 observables have no denominator anywhere, down from 9. Untestable, not negative.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We read published zone data, never live queries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availability / verifiability / validity (Osterweil’s three) are outside the instrument entirely.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Nothing in a zone file records intent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We never claim an RFC CAUSED a change. An operator whose provider changed a default is indistinguishable from one who read the RFC.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Our checklist covers 29 of 105 current DNSSEC RFCs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13 of the uncovered ones are measurable from zone data — ZONEMD, compact denial of existence, multi-signer, OPENPGPKEY, SSHFP.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needs to be done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11096"/>
          <a:ext cx="10728654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146"/>
                <a:gridCol w="3862315"/>
                <a:gridCol w="6437193"/>
              </a:tblGrid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Work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Why it matters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Analyse forward and reverse separately, never pooled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They cover different periods, so a pooled share crosses a break at 2024-01. This is the one thing blocking the prevalence numbers; it needs no rescan, only the analyse stage.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Extend the forward mirror past 2023-12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RFC 9905 and 9906 published 2025-11, so the whole deprecation question is answerable only on reverse data until the forward mirror catches up.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Decide: share measure, cumulative measure, or both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cumulative measure would let us inherit Rogers’ thresholds, but it cannot see displacement.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Settle whether displacement is genuinely unclaimed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If it is, it is a stronger contribution than the timeline. Needs someone who knows the literature better than a search does.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Add the 13 measurable RFCs we do not screen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ZONEMD, compact denial of existence, multi-signer. Mechanical work that would extend the story rather than just widen it.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