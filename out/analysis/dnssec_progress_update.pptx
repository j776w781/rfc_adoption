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33172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Segoe UI"/>
              </a:rPr>
              <a:t>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B0B0B"/>
                </a:solidFill>
                <a:latin typeface="Segoe UI"/>
              </a:rPr>
              <a:t>DNSSEC RFC adoption: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B0B0B"/>
                </a:solidFill>
                <a:latin typeface="Segoe UI"/>
              </a:rPr>
              <a:t>a second corpus, and what it corroborates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224528"/>
            <a:ext cx="237744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30 DNSSEC RFCs screened  ·  two independent corpora  ·  2009-2026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Every figure traces to a committed checkpoint and an executed notebook.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Nothing in this deck is asserted without the cell that computes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SINCE THE LAST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Two things: the screening got much wider, and the analysis got a second, independent corpus to check itself against.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8 →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1810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RFCs screened.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Dates and status pulled from the RFC Editor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index and IANA registries at build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3172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1 →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1810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independent corpora.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OpenINTEL forward DNS, and RIPE's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reverse-delegation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3172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2018 → 2009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1810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measurement window.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Nine more years, which turns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censored bounds into measurements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3172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790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1810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tests passing.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Including cross-engine agreement,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which caught two real bugs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2628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The pipeline also learned to mirror rather than stream, and to pace itself against the store's rate limit — measured at ~1 request/second with a burst of five. A nightly script now keeps both corpora current unattended.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Checklist 0.2.1 · dictionary 0.2.0 · branch overnight-data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NEW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RIPE reverse-delegation zones, 2009-2026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delegation in in-addr.arpa and ip6.arpa, all five RIRs. It answers two questions OpenINTEL structurally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 denominator of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377440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Zone files list every delegation, signed or not — so "share of zones" is directly countable. That is the caveat that has been on half our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Dates before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337560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It predates four of the algorithm RFCs, so their adoption lag is measured rather than bounded from below by when measurement began.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 different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297680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Network operators holding address blocks, not registrants holding domains. Where it agrees with OpenINTEL, the agreement is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44068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509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Segoe UI"/>
              </a:rPr>
              <a:t>199 monthly snapshots · 1,875,584 DS records · ~1.3M delegations per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Ingested and scanned locally; the archive publishes some days as zero-byte files, which are treated as gaps rather than as empty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CORROBORATION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ECDSA converges in both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Different infrastructure, different operators, different collection method. They start 15 points apart in 2018 and land 1.65 points apart in 2026.</a:t>
            </a:r>
          </a:p>
        </p:txBody>
      </p:sp>
      <p:pic>
        <p:nvPicPr>
          <p:cNvPr id="5" name="Picture 4" descr="01_ecdsa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00" y="2212848"/>
            <a:ext cx="6982494" cy="3611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Forward: share of DNSSEC records across .gov/.nu/.se. Reverse: share of DS records across all five RIRs. RFC 6605 is matched on algorithm 13/14, independent of record type, which is what makes the two comparable.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A METHODOLOGY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10x disagreement that was arithmetic, not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RFC 4509 reads ~5% forward and ~79% reverse. Normalised to the same denominator, the two agree to 1.1 points.</a:t>
            </a:r>
          </a:p>
        </p:txBody>
      </p:sp>
      <p:pic>
        <p:nvPicPr>
          <p:cNvPr id="5" name="Picture 4" descr="02_denominator_arte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37215" cy="38574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The rule we now apply: an indicator scoped by record type is not comparable across corpora with different record-type composition; one scoped by algorithm is. Every cross-corpus claim has to say which it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NUMBER THAT ANSWERS THE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Zone-level deployment: 0.88-1.01%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After seventeen years. The range is panel choice, not uncertainty in the data — and whether it has "crossed 1%" sits inside it.</a:t>
            </a:r>
          </a:p>
        </p:txBody>
      </p:sp>
      <p:pic>
        <p:nvPicPr>
          <p:cNvPr id="5" name="Picture 4" descr="03_zone_level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049" y="2194560"/>
            <a:ext cx="6447597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Two composition breaks are excluded from the headline panel: APNIC leaves the archive in Jan 2025, and RIPE changes publication format in Oct 2015 and its delegation count falls 97%. Both would read as adoption if left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MEASURED, NOT BOUNDED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Each new signing algorithm took longer to arrive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The forward corpus can only bound these from above. The reverse corpus starts early enough to measure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0.5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RSA/SHA-2 (RFC 5702)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published 2009-10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2.5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6382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GOST (RFC 5933)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published 2010-07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3.7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6382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ECDSA (RFC 6605)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published 2012-04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5.6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6382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EdDSA (RFC 8080)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published 2017-02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519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6227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Monotonically increasing by publication date. Two readings, and this data does not choose between them: either the ecosystem has slowed, or RSA/SHA-2 was unusually fast because it was a drop-in change to an algorithm operators already ran, where ECDSA and EdDSA each needed new tooling and new parent support. The second is more plausible — but it is an interpretation, not a measurement.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Uncensored: the corpus begins 2009-04, before all four were published. Five other RFCs remain left-censored and are reported as upper bounds.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SHARPEST SPLIT IN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IPv6 delegations are 9.9x more likely to be 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8.16% of ip6.arpa delegations carry a DS, against 0.83% of in-addr.arpa. The gap has been open since 2009 and is widening.</a:t>
            </a:r>
          </a:p>
        </p:txBody>
      </p:sp>
      <p:pic>
        <p:nvPicPr>
          <p:cNvPr id="5" name="Picture 4" descr="06_ipv4_vs_ip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324" y="2212848"/>
            <a:ext cx="5671047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Selection, most likely, not causation: an operator who deployed IPv6 reverse DNS has already done discretionary modern DNS work. It rests on 454 signed delegations — quote the ratio, not the curve's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WHO THE POOLED NUMBER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six-fold spread between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LACNIC leads at 5.2% and ARIN trails at 0.84% — but ARIN holds 85% of all delegations, so the pooled figure is essentially ARIN's.</a:t>
            </a:r>
          </a:p>
        </p:txBody>
      </p:sp>
      <p:pic>
        <p:nvPicPr>
          <p:cNvPr id="5" name="Picture 4" descr="07_by_r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596" y="2286000"/>
            <a:ext cx="6350503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Any "reverse DNS is N% signed" claim is a claim about North American address space unless it says otherwise — worth stating wherever we quote the headline. Grey bars carry a composition break in their series.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OPERATIONAL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"SHA-1" is two mechanisms, at different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RFC 9905 (Nov 2025) closes both to new deployment. Reporting one number misstates the exposure by 3x and points at the wrong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15.3%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9544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DS records use a SHA-1 digest (type 1).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RFC 9905: MUST NOT create new DS.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Fix: replace the DS at the parent.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42316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4.9%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209544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point at a SHA-1 signature algorithm (5/7).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RFC 9905: MUST NOT create new DNSKEY/RRSIG.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Fix: reissue the child's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42316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209544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still use GOST R 34.11-94.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RFC 9906 retired it in Nov 2025 —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after it had already died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61772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Both remain valid for validation, so neither is switched off. RSA/SHA-1 has fallen from 81.7% of reverse DS records in 2009 to 4.9% today — the retirement is nearly complete, and this is the residue the pipeline's non-conformance signal now tracks.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STATED, NOT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we can and cannot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one of the 30 RFCs carries a verdict and the sentence that justifies it. An RFC we cannot answer is a documented result, not a silence.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7238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28600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07238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partly measurable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28600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07238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ambiguous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28600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072384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not measurable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2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Resolver-side is invisible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160520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RFC 4035 and 8198 are properties of a query/response exchange. Authoritative measurement cannot see them — DNS-OARC's DITL could, but it is members-only.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469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Owner-name signatures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946904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RFC 9615 and 7672 are identified by a label (_signal, _25._tcp). Names are provenance in our signal model, not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33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 limit we can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733288"/>
            <a:ext cx="70710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RFC 6840's mandatory-algorithm rules ARE visible, but need algorithm-set comparisons across records at one name. Our indicators are per-record.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WHAT THE CHECKS CAUGHT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Four corrections, before they reached a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Reported because the process working is the point — each was found by a check rather than by someone noticing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 retracted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212848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"Crossed 1%" was wrong. A second composition break — RIPE reformatting in 2015, its count falling 97% — was not being excluded. Corrected to 0.88-1.01%.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 publication-date leak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145536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 zero-scoring match kept its adoption verdict on a pre-publication observation. RFC 6840 showed a 2013 document first seen in 2010.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7822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2.45M phantom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078224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RFC 6840 and 9364 matched "any DNSSEC record" — the evidence RFC 4033 already claims — for 25.9% of all matched rows. Both now match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109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An untested 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010912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"Rollovers peak when adoption is steepest" did not survive testing: r = 0.43, and the steepest year had the lowest rollover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Measurement validity first; the corpus is now wide enough that breadth is no longer the binding constraint.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1  Run both corpora at full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212848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The nightly script is written and tested. Mirror once, scan locally, and the store stops being in the inner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2  Cross-record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145536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Unlocks RFC 6840's mandatory-algorithm rules — a real conformance check, and the kind of misconfiguration that actually breaks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7822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3  Splice the RIPE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078224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Rather than dropping a whole RIR to avoid one 2015 format change. Needs someone who knows what the legacy zones held.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109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4  Ask about the closed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010912"/>
            <a:ext cx="67967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DNS-OARC DITL is the only thing that would let us say anything about the resolver side. It needs a membership conversation, not a crawler.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071616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2179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98781"/>
                </a:solidFill>
                <a:latin typeface="Segoe UI"/>
              </a:rPr>
              <a:t>Reproducible end to end: notebooks/dnssec_crossref_openintel_ripe.ipynb runs from a clean clone and re-derives every figure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