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Segoe UI"/>
              </a:rPr>
              <a:t>OPENINTEL CORPUS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Observable DNSSEC deployment signals</a:t>
            </a:r>
          </a:p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in .gov, .nu, and .se, 2018–2026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14800"/>
            <a:ext cx="20116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2.76 billion DNS records  ·  3,127 measurement days  ·  3 zones  ·  8 RFCs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Observations in the OpenINTEL corpus only — not a measure of global DNSSEC deployment.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Every count traces to a matched indicator and a publication-date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DNS record was tested against all 8 RFC checklists, not one chosen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2.76B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records evaluated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after the record-type prefilter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3,127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measurement days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.gov, .nu, .se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RFCs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scored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2018–2026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observation window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(2022 and 2025 absent)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Each record is checked against every RFC's observable signature, then against that RFC's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publication date — an observation cannot evidence a standard that did not yet exist.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Counts below are exact aggregates; rankings are derived from a sampled set of worked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Source: OpenINTEL forward-DNS, basis=zonefile. Analysis: openintel_rfc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three zones are not equally sampled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Totals across all zones are dominated by whichever large zone happened to be measured. Every later chart is normalised within a zone.</a:t>
            </a:r>
          </a:p>
        </p:txBody>
      </p:sp>
      <p:pic>
        <p:nvPicPr>
          <p:cNvPr id="5" name="Picture 4" descr="panel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72" y="2212848"/>
            <a:ext cx="5946151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9379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.gov is 70% of the days but 2.6% of the records.  .se is 1.2% of the days but 20.6% of the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Spans are truncated, not holed: .gov 2020 stops 4 Sep, .nu 2019 stops 10 Apr, .se 2021 is 11 days. Within each span coverage is 99.6% 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14 .gov days (27 Apr–10 May 2021) returned near-empty objects and are excluded from per-day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ECDSA rose from 4% to 63% of .gov DNSSEC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Monotonic across seven measured years: 1,035 to 30,284 records per measurement day in .gov, a 29x rise against 1.8x growth in the zone's total DNSSEC records.</a:t>
            </a:r>
          </a:p>
        </p:txBody>
      </p:sp>
      <p:pic>
        <p:nvPicPr>
          <p:cNvPr id="5" name="Picture 4" descr="ecdsa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12" y="2103120"/>
            <a:ext cx="782747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6605 (algorithms 13/14) as a share of each zone's own DNSSEC records — record-level, not deduplicated to zones. 2022 and 2025 not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CROSS-ZONE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same year, three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 2021 the ccTLDs led .gov on ECDSA — .gov overtook them only later. Comparing each zone's latest year instead would invert this.</a:t>
            </a:r>
          </a:p>
        </p:txBody>
      </p:sp>
      <p:pic>
        <p:nvPicPr>
          <p:cNvPr id="5" name="Picture 4" descr="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8" y="2194560"/>
            <a:ext cx="7547119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2021 is the only year all three zones were measured. .se rests on 11 days — directional, not precise.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MARGINAL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EdDSA remained marginal despite standardisation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Present but marginal in this corpus, not absent: 0.84% of .se and 0.09% of .nu DNSSEC records, and 41 records in .gov.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 records using EdDSA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out of 72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.nu DNSSEC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.se DNSSEC records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— 72% of all EdDSA seen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ECDSA was already widely deployed by the time EdDSA was standardised, and these zones show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no material migration toward it. The observation is the low deployment share itself; the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data cannot establish why, and says nothing about the algorithm's technical merits.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8080 (algorithms 15/16), published February 2017. Share of each zone's own DNSSEC records, across 2.76 billion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OPERATIONAL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CDS/CDNSKEY signaling is far more prevalent in .gov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CDS/CDNSKEY records grew from 0.41% to 4.59% of .gov DNSSEC records, and delete-signal records appear from 2019 onward.</a:t>
            </a:r>
          </a:p>
        </p:txBody>
      </p:sp>
      <p:pic>
        <p:nvPicPr>
          <p:cNvPr id="5" name="Picture 4" descr="gov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37" y="2194560"/>
            <a:ext cx="7805021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Publication indicates signaling capability; OpenINTEL alone does not confirm that the parent acted on the signal. .gov holds 56% of delete-signal and 64% of CDS/CDNSKEY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WHAT SHARES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NSEC3 did not decline. It stood still.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Its share of .gov records fell 10.9% to 5.8% — but per measurement day it held flat at ~2,900 for eight years. The share moved because the denominator grew 79%.</a:t>
            </a:r>
          </a:p>
        </p:txBody>
      </p:sp>
      <p:pic>
        <p:nvPicPr>
          <p:cNvPr id="5" name="Picture 4" descr="growth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83" y="2240280"/>
            <a:ext cx="7873129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Per-day rates remove the shared denominator. Growth above the corpus baseline indicates expansion beyond overall record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OBSERVATION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First eligible observation versus RFC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A signal present on the first covered day is left-censored: its true first appearance is on or before that day, so the lag shown is the maximum possible, not the minimum.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RFC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3042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04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First eligible 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Observed 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Last seen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96896"/>
            <a:ext cx="9738360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249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2005-03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249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249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12.8y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249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2,323,653,512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4509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0906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2006-05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906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906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11.7y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906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0906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135,810,997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5155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4564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2008-03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4564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564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9.8y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564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564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429,544,241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6605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82219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2012-04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8221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82219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5.8y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8221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8221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549,969,844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7344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18795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2014-09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1879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2018-01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1879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3.3y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87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8795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2,290,509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455371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55371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 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5537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≤ 3.9y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5371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537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6,642,303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8078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49194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2017-03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9194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2018-08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49194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1.5y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2024-01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9194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9194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165,951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RFC 8624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48840" y="528523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2019-06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2852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2019-06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0" y="528523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B0B"/>
                </a:solidFill>
                <a:latin typeface="Segoe UI"/>
              </a:rPr>
              <a:t>0.0y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2021-08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28523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2026-04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2852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495,136,786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*  Coverage-censored upper bound: the signal was already present on the first covered day (or the first day after a gap), so its true first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   appearance is unknown and earlier. RFC 8624's 0.0y is the first eligible post-publication observation of pre-existing algorithm use —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   not evidence of instantaneous adoption. RFC 8624 was obsoleted by RFC 9904 (Nov 2025), which moved this guidance to the IANA registries.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Median is rate-weighted: each month counts by records per measurement day, so unevenly sampled months do not dominate. Record-level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this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Stated plainly, because each one changes how a number should be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Record-level, not zone-level.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240280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“63% of .gov records use ECDSA” is not “63% of .gov zones”. Large signed zones contribute more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083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First-seen is a coverage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008376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Five RFCs are first seen on 2018-01-01, the first covered day, so their lag is an upper bound, not a delay.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764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Rankings are sampled; counts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776472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Observation counts are exact aggregates. Scores derive from 29 worked examples, ~1 per 95M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4456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Presence is not conformance.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544568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 matching record shows the mechanism is deployed, not that the operator read the RFC.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126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Resolver-side issues are invisible.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312664"/>
            <a:ext cx="6339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KeyTrap (CVE-2023-50387) cites RFC 4033/34/35 — 84% of this data — but is fixed in resolver software, which authoritative-side measurement cannot observe.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The pipeline identifies ranked RFC candidates consistent with observable signals; it does not prove adoption.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checklist misses an observable signal: RFC 9276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RFC 5155 allows NSEC3 iteration counts from 0 to 65,535, and every extra iteration adds validation cost. RFC 9276 recommends zero additional iterations; resolver patches remain necessary to address CVE-2023-50868. The checklist tracks neither.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7900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Highest iteration count observed: .gov 100  ·  .nu 423  ·  .se 250.  RFC 9276 recommends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Spot measurement, one day per zone (.gov 2026-04-28, .nu 2024-03-03, .se 2021-01-11), weighted by distinct NSEC3-signed names; buckets partition each zone. The .se day predates RFC 9276, so it is not a judgement of .se.</a:t>
            </a:r>
          </a:p>
        </p:txBody>
      </p:sp>
      <p:pic>
        <p:nvPicPr>
          <p:cNvPr id="8" name="Picture 7" descr="nsec3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227" y="2395728"/>
            <a:ext cx="673124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would make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Measurement validity first. More RFCs cannot fix a denominator the reader cannot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0370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24942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Zone-level aggregation and deduplication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24942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Turns “share of records” into “share of zones” — the number a reader assumes.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4378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88950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Broader, more representative zone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88950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Three zones cannot speak for the DNS. .se rests on 39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8386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52958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Reproducible SQL-to-indicator mappings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52958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Removes the sampled-ranking caveat so scores are as exact as the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16966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Coverage and censoring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16966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Carry left-censoring and gaps through the outputs, not just the footnotes.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053328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54496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Every figure in this deck is reproducible: openintel-rfc merge --checkpoint-dir out/final/checkpoints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6402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80974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Sensitivity analysis for denominators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80974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Show how conclusions move when the corpus composition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0410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5449824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Additional RFC indicators, incl. RFC 9276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449824"/>
            <a:ext cx="56080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Last, not first: an indicator is only as good as the coverage under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