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0574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Segoe UI"/>
              </a:rPr>
              <a:t>OPENINTEL RFC-ADOPTION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4871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i="0">
                <a:solidFill>
                  <a:srgbClr val="0B0B0B"/>
                </a:solidFill>
                <a:latin typeface="Segoe UI"/>
              </a:rPr>
              <a:t>How DNSSEC RFC adoption</a:t>
            </a:r>
          </a:p>
          <a:p>
            <a:pPr algn="l">
              <a:lnSpc>
                <a:spcPct val="108000"/>
              </a:lnSpc>
            </a:pPr>
            <a:r>
              <a:rPr sz="4200" b="1" i="0">
                <a:solidFill>
                  <a:srgbClr val="0B0B0B"/>
                </a:solidFill>
                <a:latin typeface="Segoe UI"/>
              </a:rPr>
              <a:t>actually changed, 2018–2026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114800"/>
            <a:ext cx="201168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2.76 billion DNS records  ·  3,127 measurement days  ·  3 zones  ·  8 RFCs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Evidence-linked: every count traces to a matched indicator and a publication-date check.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was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Every DNS record was tested against all 8 RFC checklists, not one chosen in advance.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23849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Segoe UI"/>
              </a:rPr>
              <a:t>2.76B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63824"/>
            <a:ext cx="23849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DNSSEC records evaluated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after the record-type prefilter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983" y="2377440"/>
            <a:ext cx="23849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Segoe UI"/>
              </a:rPr>
              <a:t>3,127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983" y="3163824"/>
            <a:ext cx="23849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measurement days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.gov, .nu, .se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6" y="2377440"/>
            <a:ext cx="23849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0B0B"/>
                </a:solidFill>
                <a:latin typeface="Segoe U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6" y="3163824"/>
            <a:ext cx="23849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DNSSEC RFCs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scored independently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9469" y="2377440"/>
            <a:ext cx="23849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2018–2026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9469" y="3163824"/>
            <a:ext cx="23849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observation window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(2022 and 2025 absent)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480560"/>
            <a:ext cx="10637215" cy="1524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7548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Each record is checked against every RFC's observable signature, then against that RFC's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publication date — an observation cannot evidence a standard that did not yet exist.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Counts below are exact aggregates; rankings are derived from a sampled set of worked examples.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Source: OpenINTEL forward-DNS, basis=zonefile. Analysis: openintel_rfc pipeline.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READ THIS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The three zones are not equally sampled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Totals across all zones are dominated by whichever large zone happened to be measured. Every later chart is normalised within a zone.</a:t>
            </a:r>
          </a:p>
        </p:txBody>
      </p:sp>
      <p:pic>
        <p:nvPicPr>
          <p:cNvPr id="5" name="Picture 4" descr="panel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149" y="2286000"/>
            <a:ext cx="6713397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D03B3B"/>
                </a:solidFill>
                <a:latin typeface="Segoe UI"/>
              </a:rPr>
              <a:t>.gov is 70% of the days but 2.6% of the records.  .se is 1.2% of the days but 20.6% of the records.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2020 and 2026 contain .gov only — an all-zone time series would show a collapse that is purely sampling.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THE HEADLINE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ECDSA replaced RSA as the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A clean, monotonic migration over eight years — the clearest adoption signal in the corpus.</a:t>
            </a:r>
          </a:p>
        </p:txBody>
      </p:sp>
      <p:pic>
        <p:nvPicPr>
          <p:cNvPr id="5" name="Picture 4" descr="ecdsa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112" y="2103120"/>
            <a:ext cx="782747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RFC 6605 (algorithms 13/14), share of each zone's own DNSSEC records. 2022 and 2025 not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CROSS-ZONE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The same year, three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In 2021 the ccTLDs led .gov on ECDSA — .gov overtook them only later. Comparing each zone's latest year instead would invert this.</a:t>
            </a:r>
          </a:p>
        </p:txBody>
      </p:sp>
      <p:pic>
        <p:nvPicPr>
          <p:cNvPr id="5" name="Picture 4" descr="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288" y="2194560"/>
            <a:ext cx="7547119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2021 is the only year all three zones were measured. .se rests on 11 days — directional, not precise.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THE NON-ADOPTION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EdDSA was standardised in 2017. It never arrived.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Nine years on, adoption is indistinguishable from zero in two of three zones.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330189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03B3B"/>
                </a:solidFill>
                <a:latin typeface="Segoe UI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63824"/>
            <a:ext cx="330189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.gov records using EdDSA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out of 72 million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4898" y="2377440"/>
            <a:ext cx="330189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03B3B"/>
                </a:solidFill>
                <a:latin typeface="Segoe UI"/>
              </a:rPr>
              <a:t>0.09%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898" y="3163824"/>
            <a:ext cx="330189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of .nu DNSSEC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6" y="2377440"/>
            <a:ext cx="330189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03B3B"/>
                </a:solidFill>
                <a:latin typeface="Segoe UI"/>
              </a:rPr>
              <a:t>0.84%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2556" y="3163824"/>
            <a:ext cx="330189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of .se DNSSEC records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2514E"/>
                </a:solidFill>
                <a:latin typeface="Segoe UI"/>
              </a:rPr>
              <a:t>— 72% of all EdDSA seen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480560"/>
            <a:ext cx="10637215" cy="1524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Registries consolidated on ECDSA instead. A newer, smaller, faster algorithm with IETF backing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is not sufficient for adoption — ECDSA arrived first and was good enough.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.se is the only zone with a measurable EdDSA presence.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RFC 8080 (algorithms 15/16), published February 2017. Counts across the full 2.76 billion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OPERATIONAL OUTLIER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.gov automates delegation; the ccTLDs do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CDS/CDNSKEY publication grew 11× and the delete signal appeared in 2020 and kept climbing.</a:t>
            </a:r>
          </a:p>
        </p:txBody>
      </p:sp>
      <p:pic>
        <p:nvPicPr>
          <p:cNvPr id="5" name="Picture 4" descr="gov_auto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337" y="2194560"/>
            <a:ext cx="7805021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.gov holds 56% of all delete signals and 64% of all CDS/CDNSKEY records while being 2.6% of the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SECOND-ORDER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NSEC3 recedes as ECDSA advances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Modern signing shifts the trade-off: NSEC3's zone-walking defence is worth less when the algorithm is cheap.</a:t>
            </a:r>
          </a:p>
        </p:txBody>
      </p:sp>
      <p:pic>
        <p:nvPicPr>
          <p:cNvPr id="5" name="Picture 4" descr="nsec3_vs_ecd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751" y="2194560"/>
            <a:ext cx="7878193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Both series are shares of the same denominator (.gov DNSSEC records), so they sit on one axis.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this does 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Stated plainly, because each one changes how a number should be read.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Record-level, not zone-level.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286000"/>
            <a:ext cx="6339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“62% of .gov records use ECDSA” is not “62% of .gov zones”. Large signed zones contribute more records.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1868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First-seen is a coverage floor.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3218688"/>
            <a:ext cx="6339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Five RFCs report first-seen 2018-01-01 — the first day of data. They were deployed before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513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Rankings are sampled; counts are not.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4151376"/>
            <a:ext cx="6339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Observation counts are exact aggregates. Scores derive from 29 worked examples, ~1 per 95M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8406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Segoe UI"/>
              </a:rPr>
              <a:t>Presence is not conformance.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5084064"/>
            <a:ext cx="6339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A matching record shows the mechanism is deployed, not that the operator read the RFC.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Segoe UI"/>
              </a:rPr>
              <a:t>The pipeline identifies ranked RFC candidates consistent with observable signals; it does not prove adoption.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98781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Segoe UI"/>
              </a:rPr>
              <a:t>What would make this publishable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14E"/>
                </a:solidFill>
                <a:latin typeface="Segoe UI"/>
              </a:rPr>
              <a:t>Three gaps, in the order they change the conclusions.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7685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23317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Aggregate to zone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331720"/>
            <a:ext cx="5608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Turns “share of records” into “share of zones” — the number a reader assumes they are already seeing.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1985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34747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Fill 2022 and 2025, and sample .se properly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3474720"/>
            <a:ext cx="5608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.se is the largest zone and the worst covered at 39 days. The ECDSA curve needs the missing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6285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46177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0B0B"/>
                </a:solidFill>
                <a:latin typeface="Segoe UI"/>
              </a:rPr>
              <a:t>Exact scoring in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617720"/>
            <a:ext cx="56080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2514E"/>
                </a:solidFill>
                <a:latin typeface="Segoe UI"/>
              </a:rPr>
              <a:t>Removes the sampled-ranking caveat so scores are as exact as the counts already 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806440"/>
            <a:ext cx="10637215" cy="1524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98781"/>
                </a:solidFill>
                <a:latin typeface="Segoe UI"/>
              </a:rPr>
              <a:t>Every figure in this deck is reproducible: openintel-rfc merge --checkpoint-dir out/final/checkpoints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