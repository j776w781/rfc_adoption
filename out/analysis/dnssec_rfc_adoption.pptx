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574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98781"/>
                </a:solidFill>
                <a:latin typeface="Segoe UI"/>
              </a:rPr>
              <a:t>OPENINTEL RFC-ADOPTION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How DNSSEC RFC adoption</a:t>
            </a:r>
          </a:p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actually changed, 2018–2026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114800"/>
            <a:ext cx="201168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2.76 billion DNS records  ·  3,127 measurement days  ·  3 zones  ·  8 RFCs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Evidence-linked: every count traces to a matched indicator and a publication-date check.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Every DNS record was tested against all 8 RFC checklists, not one chosen in advance.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2.76B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records evaluated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after the record-type prefilter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983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3,127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983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measurement days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.gov, .nu, .se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6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B0B0B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6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DNSSEC RFCs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scored independently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9469" y="2377440"/>
            <a:ext cx="238498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2018–2026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69" y="3163824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observation window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(2022 and 2025 absent)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Each record is checked against every RFC's observable signature, then against that RFC's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publication date — an observation cannot evidence a standard that did not yet exist.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Counts below are exact aggregates; rankings are derived from a sampled set of worked examples.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Source: OpenINTEL forward-DNS, basis=zonefile. Analysis: openintel_rfc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three zones are not equally sampled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Totals across all zones are dominated by whichever large zone happened to be measured. Every later chart is normalised within a zone.</a:t>
            </a:r>
          </a:p>
        </p:txBody>
      </p:sp>
      <p:pic>
        <p:nvPicPr>
          <p:cNvPr id="5" name="Picture 4" descr="panel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149" y="2286000"/>
            <a:ext cx="6713397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3B3B"/>
                </a:solidFill>
                <a:latin typeface="Segoe UI"/>
              </a:rPr>
              <a:t>.gov is 70% of the days but 2.6% of the records.  .se is 1.2% of the days but 20.6% of the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2020 and 2026 contain .gov only — an all-zone time series would show a collapse that is purely sampling.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ECDSA replaced RSA as the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Monotonic over eight years, and real growth rather than composition: 1,035 to 30,284 records per day in .gov, a 29x rise against a 1.8x baseline.</a:t>
            </a:r>
          </a:p>
        </p:txBody>
      </p:sp>
      <p:pic>
        <p:nvPicPr>
          <p:cNvPr id="5" name="Picture 4" descr="ecdsa_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112" y="2103120"/>
            <a:ext cx="782747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6605 (algorithms 13/14), share of each zone's own DNSSEC records. 2022 and 2025 not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CROSS-ZONE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same year, three 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In 2021 the ccTLDs led .gov on ECDSA — .gov overtook them only later. Comparing each zone's latest year instead would invert this.</a:t>
            </a:r>
          </a:p>
        </p:txBody>
      </p:sp>
      <p:pic>
        <p:nvPicPr>
          <p:cNvPr id="5" name="Picture 4" descr="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88" y="2194560"/>
            <a:ext cx="7547119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2021 is the only year all three zones were measured. .se rests on 11 days — directional, not precise.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THE NON-ADOPTION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EdDSA was standardised in 2017. It never arrived.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Nine years on, adoption is indistinguishable from zero in two of three zones.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.gov records using EdDSA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out of 72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.nu DNSSEC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2377440"/>
            <a:ext cx="3301898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0.84%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556" y="3163824"/>
            <a:ext cx="330189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of .se DNSSEC records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— 72% of all EdDSA seen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Registries consolidated on ECDSA instead. A newer, smaller, faster algorithm with IETF backing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is not sufficient for adoption — ECDSA arrived first and was good enough.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.se is the only zone with a measurable EdDSA presence.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RFC 8080 (algorithms 15/16), published February 2017. Counts across the full 2.76 billion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OPERATIONAL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.gov automates delegation; the ccTLDs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CDS/CDNSKEY publication grew 11× and the delete signal appeared in 2020 and kept climbing.</a:t>
            </a:r>
          </a:p>
        </p:txBody>
      </p:sp>
      <p:pic>
        <p:nvPicPr>
          <p:cNvPr id="5" name="Picture 4" descr="gov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337" y="2194560"/>
            <a:ext cx="7805021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.gov holds 56% of all delete signals and 64% of all CDS/CDNSKEY records while being 2.6% of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WHAT SHARES HIDE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NSEC3 did not decline. It stood still.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Its share of .gov records fell 10.9% to 5.8% — but per measurement day it held flat at ~2,900 for eight years. The share moved because the denominator grew 79%.</a:t>
            </a:r>
          </a:p>
        </p:txBody>
      </p:sp>
      <p:pic>
        <p:nvPicPr>
          <p:cNvPr id="5" name="Picture 4" descr="growth_v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83" y="2240280"/>
            <a:ext cx="7873129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Per-day rates remove the shared denominator. Only growth above the zone's own 1.8x baseline is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this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Stated plainly, because each one changes how a number should be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Record-level, not zone-level.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286000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“62% of .gov records use ECDSA” is not “62% of .gov zones”. Large signed zones contribute more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186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First-seen is a coverage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218688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Five RFCs report first-seen 2018-01-01 — the first day of data. They were deployed before the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5137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Rankings are sampled; counts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4151376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Observation counts are exact aggregates. Scores derive from 29 worked examples, ~1 per 95M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84064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Presence is not conformance.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5084064"/>
            <a:ext cx="6339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A matching record shows the mechanism is deployed, not that the operator read the RFC.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98781"/>
                </a:solidFill>
                <a:latin typeface="Segoe UI"/>
              </a:rPr>
              <a:t>The pipeline identifies ranked RFC candidates consistent with observable signals; it does not prove adoption.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98781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would make this publishable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Three gaps, in the order they change the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768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2331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Aggregate to zone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33172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Turns “share of records” into “share of zones” — the number a reader assumes they are already seeing.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198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3474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Fill 2022 and 2025, and sample .se properly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47472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.se is the largest zone and the worst covered at 39 days. The ECDSA curve needs the missing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628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617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Exact scoring in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617720"/>
            <a:ext cx="5608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Removes the sampled-ranking caveat so scores are as exact as the counts already 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806440"/>
            <a:ext cx="10637215" cy="1524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Every figure in this deck is reproducible: openintel-rfc merge --checkpoint-dir out/final/checkpoints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