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The moves that made ECDSA the majority came much later and were all rollovers: .se 2019-01 +119,500 (30 months after that default) and .se 2019-06 +217,437. The largest of all, .ch 2021-06..2021-11 +591,333, was a signing wave in which the new zones chose ECDSA 96% of the time: by 2021 every signer default had been ECDSA for five years.</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tells the auto-update story directly, and the OS release is the event, not the upstream one. New signings ignored the Knot 2.1.0 and PowerDNS 4.0.0 defaults on their upstream dates (0.2% -&gt; 0.3% and 0.3% -&gt; 0.2% ECDSA in the year either side) and ignored Ubuntu 16.04, which carried only Knot's. In the year after Debian 9 (2017-06-17) shipped both PowerDNS 4.0.3 and Knot 2.4.0 with ECDSA default, the share went 0.2% -&gt; 57.1% and the blocks choosing it 3 -&gt; 55. BIND 9.16.0 (Ubuntu 20.04, Debian 11) added a second step (22.8% -&gt; 38.8%).</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1247120" cy="27432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PowerDNS Auth 3.0.1</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2012-01</a:t>
                      </a:r>
                    </a:p>
                  </a:txBody>
                  <a:tcPr marL="45720" marR="45720" marT="27432" marB="27432">
                    <a:solidFill>
                      <a:srgbClr val="FCFCFB"/>
                    </a:solidFill>
                  </a:tcPr>
                </a:tc>
                <a:tc>
                  <a:txBody>
                    <a:bodyPr/>
                    <a:lstStyle/>
                    <a:p>
                      <a:r>
                        <a:rPr sz="850" b="0">
                          <a:solidFill>
                            <a:srgbClr val="0B0B0B"/>
                          </a:solidFill>
                        </a:rPr>
                        <a:t>279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456</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9.8.4</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2012-09</a:t>
                      </a:r>
                    </a:p>
                  </a:txBody>
                  <a:tcPr marL="45720" marR="45720" marT="27432" marB="27432">
                    <a:solidFill>
                      <a:srgbClr val="FCFCFB"/>
                    </a:solidFill>
                  </a:tcPr>
                </a:tc>
                <a:tc>
                  <a:txBody>
                    <a:bodyPr/>
                    <a:lstStyle/>
                    <a:p>
                      <a:r>
                        <a:rPr sz="850" b="0">
                          <a:solidFill>
                            <a:srgbClr val="0B0B0B"/>
                          </a:solidFill>
                        </a:rPr>
                        <a:t>344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406</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1.4.0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2013-12</a:t>
                      </a:r>
                    </a:p>
                  </a:txBody>
                  <a:tcPr marL="45720" marR="45720" marT="27432" marB="27432">
                    <a:solidFill>
                      <a:srgbClr val="FCFCFB"/>
                    </a:solidFill>
                  </a:tcPr>
                </a:tc>
                <a:tc>
                  <a:txBody>
                    <a:bodyPr/>
                    <a:lstStyle/>
                    <a:p>
                      <a:r>
                        <a:rPr sz="850" b="0">
                          <a:solidFill>
                            <a:srgbClr val="0B0B0B"/>
                          </a:solidFill>
                        </a:rPr>
                        <a:t>402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1331</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In the twelve months after OpenDNSSEC 1.2.0 made RSASHA256 its default (2011-03), the share of newly signed delegations choosing it went from 0.9% to 20.0% (on 212 and 459 signings). That is the one default change in this study followed by a step in what new zones chose -- but BIND 9.7.0 had enabled the algorithm 13 months earlier, and the rise continued for two years, so it reads as the algorithm becoming available everywhere, not as one vendor's default.</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1247120" cy="164592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1175978" y="1188720"/>
            <a:ext cx="9839739" cy="3017520"/>
          </a:xfrm>
          <a:prstGeom prst="rect">
            <a:avLst/>
          </a:prstGeom>
        </p:spPr>
      </p:pic>
      <p:graphicFrame>
        <p:nvGraphicFramePr>
          <p:cNvPr id="5" name="Table 4"/>
          <p:cNvGraphicFramePr>
            <a:graphicFrameLocks noGrp="1"/>
          </p:cNvGraphicFramePr>
          <p:nvPr/>
        </p:nvGraphicFramePr>
        <p:xfrm>
          <a:off x="731520" y="4343400"/>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BIND 9 9.6.0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2008-12</a:t>
                      </a:r>
                    </a:p>
                  </a:txBody>
                  <a:tcPr marL="45720" marR="45720" marT="27432" marB="27432">
                    <a:solidFill>
                      <a:srgbClr val="FCFCFB"/>
                    </a:solidFill>
                  </a:tcPr>
                </a:tc>
                <a:tc>
                  <a:txBody>
                    <a:bodyPr/>
                    <a:lstStyle/>
                    <a:p>
                      <a:r>
                        <a:rPr sz="850" b="0">
                          <a:solidFill>
                            <a:srgbClr val="0B0B0B"/>
                          </a:solidFill>
                        </a:rPr>
                        <a:t>0</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the share of new reverse signings choosing it rose from 0.9% to 20.0% across OpenDNSSEC 1.2.0's default (2011-03) and kept rising for two years. Consistent with defaults arriving through updates; not attributable to one vendor, since BIND 9.7.0 had shipped the algorithm 13 months earlier.</a:t>
            </a:r>
          </a:p>
          <a:p>
            <a:pPr>
              <a:spcAft>
                <a:spcPts val="700"/>
              </a:spcAft>
            </a:pPr>
            <a:r>
              <a:rPr sz="1150" b="0">
                <a:solidFill>
                  <a:srgbClr val="0B0B0B"/>
                </a:solidFill>
                <a:latin typeface="Segoe UI"/>
              </a:rPr>
              <a:t>ECDSA: the Knot 2.1.0 and PowerDNS 4.0.0 defaults changed nothing on their upstream dates (0.2% -&gt; 0.3%, 0.3% -&gt; 0.2%), nor did Ubuntu 16.04 (Knot only). The step is Debian 9 (2017-06-17), the first OS release shipping both ECDSA-default signers: 0.2% -&gt; 57.1% of new signings, 3 -&gt; 55 blocks. A second step came with BIND 9.16.0 (22.8% -&gt; 38.8%) via Ubuntu 20.04 and Debian 11. The update path works -- one OS release at a time, on new zones only, and it never shows as a spike in the adoption curve.</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Ubuntu LTS 16.04 to 24.04 and Debian 9 to 13, from Launchpad and sources.debian.org. Package dates bound when a default became reachable by apt, not when any operator upgraded; the Debian 9 step is 55 blocks in one corpus, APNIC-heavy, with one block a third of it.</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